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13" r:id="rId2"/>
    <p:sldId id="334" r:id="rId3"/>
    <p:sldId id="315" r:id="rId4"/>
    <p:sldId id="328" r:id="rId5"/>
    <p:sldId id="267" r:id="rId6"/>
    <p:sldId id="270" r:id="rId7"/>
    <p:sldId id="329" r:id="rId8"/>
    <p:sldId id="268" r:id="rId9"/>
    <p:sldId id="317" r:id="rId10"/>
    <p:sldId id="269" r:id="rId11"/>
    <p:sldId id="330" r:id="rId12"/>
    <p:sldId id="271" r:id="rId13"/>
    <p:sldId id="332" r:id="rId14"/>
    <p:sldId id="333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A9154-986D-4659-A96A-4533BE1008C6}" v="909" dt="2026-09-23T08:18:31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78692" autoAdjust="0"/>
  </p:normalViewPr>
  <p:slideViewPr>
    <p:cSldViewPr snapToGrid="0" showGuides="1">
      <p:cViewPr varScale="1">
        <p:scale>
          <a:sx n="83" d="100"/>
          <a:sy n="83" d="100"/>
        </p:scale>
        <p:origin x="1590" y="120"/>
      </p:cViewPr>
      <p:guideLst>
        <p:guide orient="horz" pos="211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delSld modSld sldOrd modMainMaster">
      <pc:chgData name="Leila Iñigo de la Cruz" userId="fae4ed0d-52e1-4e8b-ac73-77e0b7235c9a" providerId="ADAL" clId="{1E9E03C1-E5D4-4BEC-8EBD-C4DD5262B379}" dt="2026-09-23T08:18:37.589" v="5123" actId="1076"/>
      <pc:docMkLst>
        <pc:docMk/>
      </pc:docMkLst>
      <pc:sldChg chg="addSp delSp modSp add mod setBg modAnim">
        <pc:chgData name="Leila Iñigo de la Cruz" userId="fae4ed0d-52e1-4e8b-ac73-77e0b7235c9a" providerId="ADAL" clId="{1E9E03C1-E5D4-4BEC-8EBD-C4DD5262B379}" dt="2026-09-09T07:48:49.768" v="4103" actId="1076"/>
        <pc:sldMkLst>
          <pc:docMk/>
          <pc:sldMk cId="2454315605" sldId="267"/>
        </pc:sldMkLst>
        <pc:spChg chg="mod">
          <ac:chgData name="Leila Iñigo de la Cruz" userId="fae4ed0d-52e1-4e8b-ac73-77e0b7235c9a" providerId="ADAL" clId="{1E9E03C1-E5D4-4BEC-8EBD-C4DD5262B379}" dt="2026-09-09T07:48:49.768" v="4103" actId="1076"/>
          <ac:spMkLst>
            <pc:docMk/>
            <pc:sldMk cId="2454315605" sldId="267"/>
            <ac:spMk id="15" creationId="{E3EA61EE-268B-413E-8D2A-9B533687071B}"/>
          </ac:spMkLst>
        </pc:spChg>
        <pc:spChg chg="mod">
          <ac:chgData name="Leila Iñigo de la Cruz" userId="fae4ed0d-52e1-4e8b-ac73-77e0b7235c9a" providerId="ADAL" clId="{1E9E03C1-E5D4-4BEC-8EBD-C4DD5262B379}" dt="2026-09-09T07:48:46.284" v="4102" actId="1076"/>
          <ac:spMkLst>
            <pc:docMk/>
            <pc:sldMk cId="2454315605" sldId="267"/>
            <ac:spMk id="159" creationId="{3A702663-8D72-667B-6285-1F55220F9EAE}"/>
          </ac:spMkLst>
        </pc:spChg>
      </pc:sldChg>
      <pc:sldChg chg="modSp add mod setBg modAnim">
        <pc:chgData name="Leila Iñigo de la Cruz" userId="fae4ed0d-52e1-4e8b-ac73-77e0b7235c9a" providerId="ADAL" clId="{1E9E03C1-E5D4-4BEC-8EBD-C4DD5262B379}" dt="2026-09-09T08:06:43.206" v="4533" actId="20577"/>
        <pc:sldMkLst>
          <pc:docMk/>
          <pc:sldMk cId="2360507999" sldId="268"/>
        </pc:sldMkLst>
        <pc:spChg chg="mod">
          <ac:chgData name="Leila Iñigo de la Cruz" userId="fae4ed0d-52e1-4e8b-ac73-77e0b7235c9a" providerId="ADAL" clId="{1E9E03C1-E5D4-4BEC-8EBD-C4DD5262B379}" dt="2026-09-09T07:55:11.391" v="4493" actId="113"/>
          <ac:spMkLst>
            <pc:docMk/>
            <pc:sldMk cId="2360507999" sldId="268"/>
            <ac:spMk id="15" creationId="{F72D2798-E797-16A8-0EDE-48F9A92A3EBE}"/>
          </ac:spMkLst>
        </pc:spChg>
        <pc:spChg chg="mod">
          <ac:chgData name="Leila Iñigo de la Cruz" userId="fae4ed0d-52e1-4e8b-ac73-77e0b7235c9a" providerId="ADAL" clId="{1E9E03C1-E5D4-4BEC-8EBD-C4DD5262B379}" dt="2026-09-09T07:51:12.974" v="4129" actId="20577"/>
          <ac:spMkLst>
            <pc:docMk/>
            <pc:sldMk cId="2360507999" sldId="268"/>
            <ac:spMk id="159" creationId="{02E3E706-FAB0-BB5C-6021-1B8FCC47936D}"/>
          </ac:spMkLst>
        </pc:spChg>
        <pc:spChg chg="mod">
          <ac:chgData name="Leila Iñigo de la Cruz" userId="fae4ed0d-52e1-4e8b-ac73-77e0b7235c9a" providerId="ADAL" clId="{1E9E03C1-E5D4-4BEC-8EBD-C4DD5262B379}" dt="2026-09-09T07:51:31.278" v="4163" actId="20577"/>
          <ac:spMkLst>
            <pc:docMk/>
            <pc:sldMk cId="2360507999" sldId="268"/>
            <ac:spMk id="162" creationId="{545E23EE-FAF8-3FC8-4142-30CF016F387E}"/>
          </ac:spMkLst>
        </pc:spChg>
        <pc:spChg chg="mod">
          <ac:chgData name="Leila Iñigo de la Cruz" userId="fae4ed0d-52e1-4e8b-ac73-77e0b7235c9a" providerId="ADAL" clId="{1E9E03C1-E5D4-4BEC-8EBD-C4DD5262B379}" dt="2026-09-09T08:06:43.206" v="4533" actId="20577"/>
          <ac:spMkLst>
            <pc:docMk/>
            <pc:sldMk cId="2360507999" sldId="268"/>
            <ac:spMk id="164" creationId="{9EEEE90E-657C-F23A-4D7C-1BE5B30C6905}"/>
          </ac:spMkLst>
        </pc:spChg>
      </pc:sldChg>
      <pc:sldChg chg="addSp delSp modSp add mod setBg delAnim modAnim">
        <pc:chgData name="Leila Iñigo de la Cruz" userId="fae4ed0d-52e1-4e8b-ac73-77e0b7235c9a" providerId="ADAL" clId="{1E9E03C1-E5D4-4BEC-8EBD-C4DD5262B379}" dt="2026-09-09T08:16:37.714" v="4899" actId="1076"/>
        <pc:sldMkLst>
          <pc:docMk/>
          <pc:sldMk cId="2808253577" sldId="269"/>
        </pc:sldMkLst>
        <pc:spChg chg="add mod">
          <ac:chgData name="Leila Iñigo de la Cruz" userId="fae4ed0d-52e1-4e8b-ac73-77e0b7235c9a" providerId="ADAL" clId="{1E9E03C1-E5D4-4BEC-8EBD-C4DD5262B379}" dt="2026-09-09T08:11:31.731" v="4571" actId="1076"/>
          <ac:spMkLst>
            <pc:docMk/>
            <pc:sldMk cId="2808253577" sldId="269"/>
            <ac:spMk id="6" creationId="{FC845CE0-1161-51DD-F7AB-4EF7139F10DF}"/>
          </ac:spMkLst>
        </pc:spChg>
        <pc:spChg chg="mod">
          <ac:chgData name="Leila Iñigo de la Cruz" userId="fae4ed0d-52e1-4e8b-ac73-77e0b7235c9a" providerId="ADAL" clId="{1E9E03C1-E5D4-4BEC-8EBD-C4DD5262B379}" dt="2026-09-09T08:16:37.714" v="4899" actId="1076"/>
          <ac:spMkLst>
            <pc:docMk/>
            <pc:sldMk cId="2808253577" sldId="269"/>
            <ac:spMk id="159" creationId="{371B1358-85C5-059F-0E8E-EEA0B904F23C}"/>
          </ac:spMkLst>
        </pc:spChg>
        <pc:spChg chg="mod">
          <ac:chgData name="Leila Iñigo de la Cruz" userId="fae4ed0d-52e1-4e8b-ac73-77e0b7235c9a" providerId="ADAL" clId="{1E9E03C1-E5D4-4BEC-8EBD-C4DD5262B379}" dt="2026-09-09T08:11:20.219" v="4567" actId="1076"/>
          <ac:spMkLst>
            <pc:docMk/>
            <pc:sldMk cId="2808253577" sldId="269"/>
            <ac:spMk id="160" creationId="{B1AF2CD9-5428-4D02-5858-86DBB57AB77B}"/>
          </ac:spMkLst>
        </pc:spChg>
        <pc:spChg chg="mod">
          <ac:chgData name="Leila Iñigo de la Cruz" userId="fae4ed0d-52e1-4e8b-ac73-77e0b7235c9a" providerId="ADAL" clId="{1E9E03C1-E5D4-4BEC-8EBD-C4DD5262B379}" dt="2026-09-09T08:06:47.963" v="4535" actId="20577"/>
          <ac:spMkLst>
            <pc:docMk/>
            <pc:sldMk cId="2808253577" sldId="269"/>
            <ac:spMk id="164" creationId="{F75FBDCE-E417-E4D6-9BFE-4C9851745E97}"/>
          </ac:spMkLst>
        </pc:spChg>
        <pc:grpChg chg="mod">
          <ac:chgData name="Leila Iñigo de la Cruz" userId="fae4ed0d-52e1-4e8b-ac73-77e0b7235c9a" providerId="ADAL" clId="{1E9E03C1-E5D4-4BEC-8EBD-C4DD5262B379}" dt="2026-09-09T08:11:24.161" v="4568" actId="1076"/>
          <ac:grpSpMkLst>
            <pc:docMk/>
            <pc:sldMk cId="2808253577" sldId="269"/>
            <ac:grpSpMk id="161" creationId="{50D923EA-E0E3-9F63-DF57-4578D385227C}"/>
          </ac:grpSpMkLst>
        </pc:grpChg>
        <pc:picChg chg="add mod ord">
          <ac:chgData name="Leila Iñigo de la Cruz" userId="fae4ed0d-52e1-4e8b-ac73-77e0b7235c9a" providerId="ADAL" clId="{1E9E03C1-E5D4-4BEC-8EBD-C4DD5262B379}" dt="2026-09-09T08:11:29.751" v="4570" actId="1076"/>
          <ac:picMkLst>
            <pc:docMk/>
            <pc:sldMk cId="2808253577" sldId="269"/>
            <ac:picMk id="4" creationId="{CF604754-FF95-6F20-42D0-5E454BB8D152}"/>
          </ac:picMkLst>
        </pc:picChg>
      </pc:sldChg>
      <pc:sldChg chg="modSp add ord setBg">
        <pc:chgData name="Leila Iñigo de la Cruz" userId="fae4ed0d-52e1-4e8b-ac73-77e0b7235c9a" providerId="ADAL" clId="{1E9E03C1-E5D4-4BEC-8EBD-C4DD5262B379}" dt="2026-09-09T07:50:06.629" v="4110"/>
        <pc:sldMkLst>
          <pc:docMk/>
          <pc:sldMk cId="1200304914" sldId="270"/>
        </pc:sldMkLst>
        <pc:picChg chg="mod">
          <ac:chgData name="Leila Iñigo de la Cruz" userId="fae4ed0d-52e1-4e8b-ac73-77e0b7235c9a" providerId="ADAL" clId="{1E9E03C1-E5D4-4BEC-8EBD-C4DD5262B379}" dt="2026-09-09T07:17:48.137" v="3747"/>
          <ac:picMkLst>
            <pc:docMk/>
            <pc:sldMk cId="1200304914" sldId="270"/>
            <ac:picMk id="1026" creationId="{F2ACEE55-EF21-302E-50AE-3E850667E6F3}"/>
          </ac:picMkLst>
        </pc:picChg>
      </pc:sldChg>
      <pc:sldChg chg="addSp delSp modSp add mod setBg modAnim">
        <pc:chgData name="Leila Iñigo de la Cruz" userId="fae4ed0d-52e1-4e8b-ac73-77e0b7235c9a" providerId="ADAL" clId="{1E9E03C1-E5D4-4BEC-8EBD-C4DD5262B379}" dt="2026-09-09T08:22:02.312" v="4984" actId="1076"/>
        <pc:sldMkLst>
          <pc:docMk/>
          <pc:sldMk cId="633398990" sldId="271"/>
        </pc:sldMkLst>
        <pc:spChg chg="add mod">
          <ac:chgData name="Leila Iñigo de la Cruz" userId="fae4ed0d-52e1-4e8b-ac73-77e0b7235c9a" providerId="ADAL" clId="{1E9E03C1-E5D4-4BEC-8EBD-C4DD5262B379}" dt="2026-09-09T08:21:09.850" v="4977" actId="1076"/>
          <ac:spMkLst>
            <pc:docMk/>
            <pc:sldMk cId="633398990" sldId="271"/>
            <ac:spMk id="5" creationId="{42DB67A1-A258-F3B5-F4D2-BC7FEAB475A6}"/>
          </ac:spMkLst>
        </pc:spChg>
        <pc:spChg chg="add mod">
          <ac:chgData name="Leila Iñigo de la Cruz" userId="fae4ed0d-52e1-4e8b-ac73-77e0b7235c9a" providerId="ADAL" clId="{1E9E03C1-E5D4-4BEC-8EBD-C4DD5262B379}" dt="2026-09-09T08:22:02.312" v="4984" actId="1076"/>
          <ac:spMkLst>
            <pc:docMk/>
            <pc:sldMk cId="633398990" sldId="271"/>
            <ac:spMk id="7" creationId="{70D7D45D-0004-824B-3680-7A71FEC97B3F}"/>
          </ac:spMkLst>
        </pc:spChg>
      </pc:sldChg>
      <pc:sldChg chg="modSp mod setBg">
        <pc:chgData name="Leila Iñigo de la Cruz" userId="fae4ed0d-52e1-4e8b-ac73-77e0b7235c9a" providerId="ADAL" clId="{1E9E03C1-E5D4-4BEC-8EBD-C4DD5262B379}" dt="2026-09-09T07:00:09.510" v="3517"/>
        <pc:sldMkLst>
          <pc:docMk/>
          <pc:sldMk cId="3386930889" sldId="313"/>
        </pc:sldMkLst>
        <pc:spChg chg="mod">
          <ac:chgData name="Leila Iñigo de la Cruz" userId="fae4ed0d-52e1-4e8b-ac73-77e0b7235c9a" providerId="ADAL" clId="{1E9E03C1-E5D4-4BEC-8EBD-C4DD5262B379}" dt="2026-09-02T12:10:54.042" v="1942" actId="20577"/>
          <ac:spMkLst>
            <pc:docMk/>
            <pc:sldMk cId="3386930889" sldId="313"/>
            <ac:spMk id="1069" creationId="{B2861DCE-AF2C-DB99-9CBA-F987E9F09E2E}"/>
          </ac:spMkLst>
        </pc:spChg>
      </pc:sldChg>
      <pc:sldChg chg="addSp delSp modSp del mod setBg">
        <pc:chgData name="Leila Iñigo de la Cruz" userId="fae4ed0d-52e1-4e8b-ac73-77e0b7235c9a" providerId="ADAL" clId="{1E9E03C1-E5D4-4BEC-8EBD-C4DD5262B379}" dt="2026-09-23T08:18:07.049" v="5121" actId="47"/>
        <pc:sldMkLst>
          <pc:docMk/>
          <pc:sldMk cId="3544987058" sldId="314"/>
        </pc:sldMkLst>
      </pc:sldChg>
      <pc:sldChg chg="addSp delSp modSp mod setBg delAnim modAnim modNotesTx">
        <pc:chgData name="Leila Iñigo de la Cruz" userId="fae4ed0d-52e1-4e8b-ac73-77e0b7235c9a" providerId="ADAL" clId="{1E9E03C1-E5D4-4BEC-8EBD-C4DD5262B379}" dt="2026-09-09T07:15:14.488" v="3693" actId="478"/>
        <pc:sldMkLst>
          <pc:docMk/>
          <pc:sldMk cId="2570287448" sldId="315"/>
        </pc:sldMkLst>
        <pc:spChg chg="add mod">
          <ac:chgData name="Leila Iñigo de la Cruz" userId="fae4ed0d-52e1-4e8b-ac73-77e0b7235c9a" providerId="ADAL" clId="{1E9E03C1-E5D4-4BEC-8EBD-C4DD5262B379}" dt="2026-09-02T12:00:31.713" v="1868" actId="20577"/>
          <ac:spMkLst>
            <pc:docMk/>
            <pc:sldMk cId="2570287448" sldId="315"/>
            <ac:spMk id="2" creationId="{A66FE9C8-7F4E-1525-3ABA-7FE266D29972}"/>
          </ac:spMkLst>
        </pc:spChg>
        <pc:spChg chg="mod">
          <ac:chgData name="Leila Iñigo de la Cruz" userId="fae4ed0d-52e1-4e8b-ac73-77e0b7235c9a" providerId="ADAL" clId="{1E9E03C1-E5D4-4BEC-8EBD-C4DD5262B379}" dt="2026-09-09T07:04:20.534" v="3643" actId="1076"/>
          <ac:spMkLst>
            <pc:docMk/>
            <pc:sldMk cId="2570287448" sldId="315"/>
            <ac:spMk id="5" creationId="{D2703D54-2225-958E-B357-BF76735C3623}"/>
          </ac:spMkLst>
        </pc:spChg>
        <pc:spChg chg="add mod">
          <ac:chgData name="Leila Iñigo de la Cruz" userId="fae4ed0d-52e1-4e8b-ac73-77e0b7235c9a" providerId="ADAL" clId="{1E9E03C1-E5D4-4BEC-8EBD-C4DD5262B379}" dt="2026-09-09T07:04:33.274" v="3654" actId="1076"/>
          <ac:spMkLst>
            <pc:docMk/>
            <pc:sldMk cId="2570287448" sldId="315"/>
            <ac:spMk id="7" creationId="{B0FF7A36-9E59-D9C5-CADA-9EC3FBF99F9C}"/>
          </ac:spMkLst>
        </pc:spChg>
        <pc:cxnChg chg="add mod">
          <ac:chgData name="Leila Iñigo de la Cruz" userId="fae4ed0d-52e1-4e8b-ac73-77e0b7235c9a" providerId="ADAL" clId="{1E9E03C1-E5D4-4BEC-8EBD-C4DD5262B379}" dt="2026-09-09T07:04:25.198" v="3645" actId="13822"/>
          <ac:cxnSpMkLst>
            <pc:docMk/>
            <pc:sldMk cId="2570287448" sldId="315"/>
            <ac:cxnSpMk id="6" creationId="{04925F38-109A-1D6C-957D-46F5D5CE6098}"/>
          </ac:cxnSpMkLst>
        </pc:cxnChg>
      </pc:sldChg>
      <pc:sldChg chg="addSp delSp modSp mod ord setBg delAnim modAnim">
        <pc:chgData name="Leila Iñigo de la Cruz" userId="fae4ed0d-52e1-4e8b-ac73-77e0b7235c9a" providerId="ADAL" clId="{1E9E03C1-E5D4-4BEC-8EBD-C4DD5262B379}" dt="2026-09-09T09:03:33.093" v="5118"/>
        <pc:sldMkLst>
          <pc:docMk/>
          <pc:sldMk cId="3218726059" sldId="317"/>
        </pc:sldMkLst>
        <pc:spChg chg="mod">
          <ac:chgData name="Leila Iñigo de la Cruz" userId="fae4ed0d-52e1-4e8b-ac73-77e0b7235c9a" providerId="ADAL" clId="{1E9E03C1-E5D4-4BEC-8EBD-C4DD5262B379}" dt="2026-09-02T12:37:43.725" v="3232" actId="1076"/>
          <ac:spMkLst>
            <pc:docMk/>
            <pc:sldMk cId="3218726059" sldId="317"/>
            <ac:spMk id="2" creationId="{9D7B1E1B-A35E-F21A-8FEA-F1234EE688F8}"/>
          </ac:spMkLst>
        </pc:spChg>
        <pc:spChg chg="add mod">
          <ac:chgData name="Leila Iñigo de la Cruz" userId="fae4ed0d-52e1-4e8b-ac73-77e0b7235c9a" providerId="ADAL" clId="{1E9E03C1-E5D4-4BEC-8EBD-C4DD5262B379}" dt="2026-09-02T12:38:24.030" v="3293" actId="1076"/>
          <ac:spMkLst>
            <pc:docMk/>
            <pc:sldMk cId="3218726059" sldId="317"/>
            <ac:spMk id="4" creationId="{4616405C-2CBF-EE8F-A983-81ABBF4E4CB2}"/>
          </ac:spMkLst>
        </pc:spChg>
        <pc:spChg chg="add mod">
          <ac:chgData name="Leila Iñigo de la Cruz" userId="fae4ed0d-52e1-4e8b-ac73-77e0b7235c9a" providerId="ADAL" clId="{1E9E03C1-E5D4-4BEC-8EBD-C4DD5262B379}" dt="2026-09-02T12:37:41.869" v="3231" actId="1076"/>
          <ac:spMkLst>
            <pc:docMk/>
            <pc:sldMk cId="3218726059" sldId="317"/>
            <ac:spMk id="17" creationId="{07F02D8C-22A1-A74D-9C0B-9DBC10E48BD9}"/>
          </ac:spMkLst>
        </pc:spChg>
        <pc:spChg chg="add mod">
          <ac:chgData name="Leila Iñigo de la Cruz" userId="fae4ed0d-52e1-4e8b-ac73-77e0b7235c9a" providerId="ADAL" clId="{1E9E03C1-E5D4-4BEC-8EBD-C4DD5262B379}" dt="2026-09-02T12:40:56.023" v="3416" actId="403"/>
          <ac:spMkLst>
            <pc:docMk/>
            <pc:sldMk cId="3218726059" sldId="317"/>
            <ac:spMk id="22" creationId="{A6B28B93-C5FB-3F23-1C3E-440A36433AEA}"/>
          </ac:spMkLst>
        </pc:spChg>
        <pc:spChg chg="add mod">
          <ac:chgData name="Leila Iñigo de la Cruz" userId="fae4ed0d-52e1-4e8b-ac73-77e0b7235c9a" providerId="ADAL" clId="{1E9E03C1-E5D4-4BEC-8EBD-C4DD5262B379}" dt="2026-09-02T12:38:58.552" v="3304" actId="1076"/>
          <ac:spMkLst>
            <pc:docMk/>
            <pc:sldMk cId="3218726059" sldId="317"/>
            <ac:spMk id="25" creationId="{DF0269B8-9C2D-FB3E-40B3-6FD7A062BA36}"/>
          </ac:spMkLst>
        </pc:spChg>
        <pc:spChg chg="add mod">
          <ac:chgData name="Leila Iñigo de la Cruz" userId="fae4ed0d-52e1-4e8b-ac73-77e0b7235c9a" providerId="ADAL" clId="{1E9E03C1-E5D4-4BEC-8EBD-C4DD5262B379}" dt="2026-09-02T12:39:09.731" v="3308" actId="1076"/>
          <ac:spMkLst>
            <pc:docMk/>
            <pc:sldMk cId="3218726059" sldId="317"/>
            <ac:spMk id="31" creationId="{07EDC1E5-B541-66E2-BDB9-BAF888580336}"/>
          </ac:spMkLst>
        </pc:spChg>
        <pc:spChg chg="add mod">
          <ac:chgData name="Leila Iñigo de la Cruz" userId="fae4ed0d-52e1-4e8b-ac73-77e0b7235c9a" providerId="ADAL" clId="{1E9E03C1-E5D4-4BEC-8EBD-C4DD5262B379}" dt="2026-09-02T12:40:00.960" v="3402" actId="1076"/>
          <ac:spMkLst>
            <pc:docMk/>
            <pc:sldMk cId="3218726059" sldId="317"/>
            <ac:spMk id="39" creationId="{A8BCC305-A453-6396-D701-EA6B8E602510}"/>
          </ac:spMkLst>
        </pc:spChg>
        <pc:spChg chg="add">
          <ac:chgData name="Leila Iñigo de la Cruz" userId="fae4ed0d-52e1-4e8b-ac73-77e0b7235c9a" providerId="ADAL" clId="{1E9E03C1-E5D4-4BEC-8EBD-C4DD5262B379}" dt="2026-09-02T12:40:26.853" v="3403" actId="22"/>
          <ac:spMkLst>
            <pc:docMk/>
            <pc:sldMk cId="3218726059" sldId="317"/>
            <ac:spMk id="41" creationId="{0255219C-E0DB-7FF3-467F-1FACF0D955A1}"/>
          </ac:spMkLst>
        </pc:spChg>
      </pc:sldChg>
      <pc:sldChg chg="add">
        <pc:chgData name="Leila Iñigo de la Cruz" userId="fae4ed0d-52e1-4e8b-ac73-77e0b7235c9a" providerId="ADAL" clId="{1E9E03C1-E5D4-4BEC-8EBD-C4DD5262B379}" dt="2026-09-09T07:15:08.963" v="3692" actId="2890"/>
        <pc:sldMkLst>
          <pc:docMk/>
          <pc:sldMk cId="1434227875" sldId="328"/>
        </pc:sldMkLst>
      </pc:sldChg>
      <pc:sldChg chg="addSp delSp modSp add mod modAnim modNotesTx">
        <pc:chgData name="Leila Iñigo de la Cruz" userId="fae4ed0d-52e1-4e8b-ac73-77e0b7235c9a" providerId="ADAL" clId="{1E9E03C1-E5D4-4BEC-8EBD-C4DD5262B379}" dt="2026-09-09T07:50:56.991" v="4127" actId="20577"/>
        <pc:sldMkLst>
          <pc:docMk/>
          <pc:sldMk cId="2130596566" sldId="329"/>
        </pc:sldMkLst>
        <pc:spChg chg="add mod">
          <ac:chgData name="Leila Iñigo de la Cruz" userId="fae4ed0d-52e1-4e8b-ac73-77e0b7235c9a" providerId="ADAL" clId="{1E9E03C1-E5D4-4BEC-8EBD-C4DD5262B379}" dt="2026-09-09T07:47:57.626" v="4089" actId="555"/>
          <ac:spMkLst>
            <pc:docMk/>
            <pc:sldMk cId="2130596566" sldId="329"/>
            <ac:spMk id="2" creationId="{C919362F-EA11-960B-E4A8-72BE526E4488}"/>
          </ac:spMkLst>
        </pc:spChg>
        <pc:spChg chg="add mod">
          <ac:chgData name="Leila Iñigo de la Cruz" userId="fae4ed0d-52e1-4e8b-ac73-77e0b7235c9a" providerId="ADAL" clId="{1E9E03C1-E5D4-4BEC-8EBD-C4DD5262B379}" dt="2026-09-09T07:47:57.626" v="4089" actId="555"/>
          <ac:spMkLst>
            <pc:docMk/>
            <pc:sldMk cId="2130596566" sldId="329"/>
            <ac:spMk id="5" creationId="{76EA6FE6-34CD-A72D-8628-36918F500D2B}"/>
          </ac:spMkLst>
        </pc:spChg>
        <pc:spChg chg="add mod">
          <ac:chgData name="Leila Iñigo de la Cruz" userId="fae4ed0d-52e1-4e8b-ac73-77e0b7235c9a" providerId="ADAL" clId="{1E9E03C1-E5D4-4BEC-8EBD-C4DD5262B379}" dt="2026-09-09T07:48:02.656" v="4090" actId="554"/>
          <ac:spMkLst>
            <pc:docMk/>
            <pc:sldMk cId="2130596566" sldId="329"/>
            <ac:spMk id="7" creationId="{62E94C4A-7375-2F6F-4F49-DAF3BDDC66BE}"/>
          </ac:spMkLst>
        </pc:spChg>
        <pc:spChg chg="add mod">
          <ac:chgData name="Leila Iñigo de la Cruz" userId="fae4ed0d-52e1-4e8b-ac73-77e0b7235c9a" providerId="ADAL" clId="{1E9E03C1-E5D4-4BEC-8EBD-C4DD5262B379}" dt="2026-09-09T07:48:15.849" v="4099" actId="20577"/>
          <ac:spMkLst>
            <pc:docMk/>
            <pc:sldMk cId="2130596566" sldId="329"/>
            <ac:spMk id="9" creationId="{5D85B144-9160-1BF0-90CF-8CE024D0214F}"/>
          </ac:spMkLst>
        </pc:spChg>
        <pc:spChg chg="mod">
          <ac:chgData name="Leila Iñigo de la Cruz" userId="fae4ed0d-52e1-4e8b-ac73-77e0b7235c9a" providerId="ADAL" clId="{1E9E03C1-E5D4-4BEC-8EBD-C4DD5262B379}" dt="2026-09-09T07:48:40.119" v="4101" actId="1076"/>
          <ac:spMkLst>
            <pc:docMk/>
            <pc:sldMk cId="2130596566" sldId="329"/>
            <ac:spMk id="159" creationId="{487CECD2-8D65-9985-3C69-4AB8AD7B22F1}"/>
          </ac:spMkLst>
        </pc:spChg>
        <pc:spChg chg="mod">
          <ac:chgData name="Leila Iñigo de la Cruz" userId="fae4ed0d-52e1-4e8b-ac73-77e0b7235c9a" providerId="ADAL" clId="{1E9E03C1-E5D4-4BEC-8EBD-C4DD5262B379}" dt="2026-09-09T07:44:34.109" v="4015" actId="120"/>
          <ac:spMkLst>
            <pc:docMk/>
            <pc:sldMk cId="2130596566" sldId="329"/>
            <ac:spMk id="162" creationId="{7B386562-2ED0-0095-BC66-28E7D1F99C77}"/>
          </ac:spMkLst>
        </pc:spChg>
        <pc:spChg chg="mod">
          <ac:chgData name="Leila Iñigo de la Cruz" userId="fae4ed0d-52e1-4e8b-ac73-77e0b7235c9a" providerId="ADAL" clId="{1E9E03C1-E5D4-4BEC-8EBD-C4DD5262B379}" dt="2026-09-09T07:43:56.856" v="3921" actId="20577"/>
          <ac:spMkLst>
            <pc:docMk/>
            <pc:sldMk cId="2130596566" sldId="329"/>
            <ac:spMk id="164" creationId="{7C3CFE76-9548-C19B-4B5E-C4B333409740}"/>
          </ac:spMkLst>
        </pc:spChg>
      </pc:sldChg>
      <pc:sldChg chg="addSp delSp modSp add mod modAnim">
        <pc:chgData name="Leila Iñigo de la Cruz" userId="fae4ed0d-52e1-4e8b-ac73-77e0b7235c9a" providerId="ADAL" clId="{1E9E03C1-E5D4-4BEC-8EBD-C4DD5262B379}" dt="2026-09-09T08:20:01.056" v="4929"/>
        <pc:sldMkLst>
          <pc:docMk/>
          <pc:sldMk cId="904388668" sldId="330"/>
        </pc:sldMkLst>
        <pc:spChg chg="mod">
          <ac:chgData name="Leila Iñigo de la Cruz" userId="fae4ed0d-52e1-4e8b-ac73-77e0b7235c9a" providerId="ADAL" clId="{1E9E03C1-E5D4-4BEC-8EBD-C4DD5262B379}" dt="2026-09-09T08:17:58.830" v="4906" actId="164"/>
          <ac:spMkLst>
            <pc:docMk/>
            <pc:sldMk cId="904388668" sldId="330"/>
            <ac:spMk id="7" creationId="{4175C93C-8B7D-FF3F-AA75-23930DDC54DB}"/>
          </ac:spMkLst>
        </pc:spChg>
        <pc:spChg chg="mod">
          <ac:chgData name="Leila Iñigo de la Cruz" userId="fae4ed0d-52e1-4e8b-ac73-77e0b7235c9a" providerId="ADAL" clId="{1E9E03C1-E5D4-4BEC-8EBD-C4DD5262B379}" dt="2026-09-09T08:17:58.830" v="4906" actId="164"/>
          <ac:spMkLst>
            <pc:docMk/>
            <pc:sldMk cId="904388668" sldId="330"/>
            <ac:spMk id="8" creationId="{EC2159C2-AD8C-8091-9E22-2EE18FCCE247}"/>
          </ac:spMkLst>
        </pc:spChg>
        <pc:spChg chg="mod">
          <ac:chgData name="Leila Iñigo de la Cruz" userId="fae4ed0d-52e1-4e8b-ac73-77e0b7235c9a" providerId="ADAL" clId="{1E9E03C1-E5D4-4BEC-8EBD-C4DD5262B379}" dt="2026-09-09T08:17:58.830" v="4906" actId="164"/>
          <ac:spMkLst>
            <pc:docMk/>
            <pc:sldMk cId="904388668" sldId="330"/>
            <ac:spMk id="9" creationId="{752D0968-65D4-8642-516D-F2F9D9F52601}"/>
          </ac:spMkLst>
        </pc:spChg>
        <pc:spChg chg="mod">
          <ac:chgData name="Leila Iñigo de la Cruz" userId="fae4ed0d-52e1-4e8b-ac73-77e0b7235c9a" providerId="ADAL" clId="{1E9E03C1-E5D4-4BEC-8EBD-C4DD5262B379}" dt="2026-09-09T08:17:58.830" v="4906" actId="164"/>
          <ac:spMkLst>
            <pc:docMk/>
            <pc:sldMk cId="904388668" sldId="330"/>
            <ac:spMk id="10" creationId="{14A8F32E-61B7-0F9E-1EC3-CB681F9A7F8F}"/>
          </ac:spMkLst>
        </pc:spChg>
        <pc:spChg chg="mod">
          <ac:chgData name="Leila Iñigo de la Cruz" userId="fae4ed0d-52e1-4e8b-ac73-77e0b7235c9a" providerId="ADAL" clId="{1E9E03C1-E5D4-4BEC-8EBD-C4DD5262B379}" dt="2026-09-09T08:17:58.830" v="4906" actId="164"/>
          <ac:spMkLst>
            <pc:docMk/>
            <pc:sldMk cId="904388668" sldId="330"/>
            <ac:spMk id="11" creationId="{408D0DAC-E08D-237F-29B5-E0CD6DA04FB1}"/>
          </ac:spMkLst>
        </pc:spChg>
        <pc:spChg chg="add mod">
          <ac:chgData name="Leila Iñigo de la Cruz" userId="fae4ed0d-52e1-4e8b-ac73-77e0b7235c9a" providerId="ADAL" clId="{1E9E03C1-E5D4-4BEC-8EBD-C4DD5262B379}" dt="2026-09-09T08:16:07.362" v="4893" actId="1076"/>
          <ac:spMkLst>
            <pc:docMk/>
            <pc:sldMk cId="904388668" sldId="330"/>
            <ac:spMk id="20" creationId="{B88D4A43-C1CF-C2E5-29D5-B53A9B069C26}"/>
          </ac:spMkLst>
        </pc:spChg>
        <pc:spChg chg="add">
          <ac:chgData name="Leila Iñigo de la Cruz" userId="fae4ed0d-52e1-4e8b-ac73-77e0b7235c9a" providerId="ADAL" clId="{1E9E03C1-E5D4-4BEC-8EBD-C4DD5262B379}" dt="2026-09-09T08:16:44.398" v="4901" actId="22"/>
          <ac:spMkLst>
            <pc:docMk/>
            <pc:sldMk cId="904388668" sldId="330"/>
            <ac:spMk id="22" creationId="{B458D167-7E93-32B5-E827-2C78BAA245FE}"/>
          </ac:spMkLst>
        </pc:spChg>
        <pc:cxnChg chg="add mod">
          <ac:chgData name="Leila Iñigo de la Cruz" userId="fae4ed0d-52e1-4e8b-ac73-77e0b7235c9a" providerId="ADAL" clId="{1E9E03C1-E5D4-4BEC-8EBD-C4DD5262B379}" dt="2026-09-09T08:17:58.830" v="4906" actId="164"/>
          <ac:cxnSpMkLst>
            <pc:docMk/>
            <pc:sldMk cId="904388668" sldId="330"/>
            <ac:cxnSpMk id="3" creationId="{D6EBC8C0-DA54-6CAF-A92D-DE1998C0041F}"/>
          </ac:cxnSpMkLst>
        </pc:cxnChg>
        <pc:cxnChg chg="add mod">
          <ac:chgData name="Leila Iñigo de la Cruz" userId="fae4ed0d-52e1-4e8b-ac73-77e0b7235c9a" providerId="ADAL" clId="{1E9E03C1-E5D4-4BEC-8EBD-C4DD5262B379}" dt="2026-09-09T08:17:58.830" v="4906" actId="164"/>
          <ac:cxnSpMkLst>
            <pc:docMk/>
            <pc:sldMk cId="904388668" sldId="330"/>
            <ac:cxnSpMk id="12" creationId="{FE06459C-800C-5055-0C01-769DB844FAD7}"/>
          </ac:cxnSpMkLst>
        </pc:cxnChg>
        <pc:cxnChg chg="add mod">
          <ac:chgData name="Leila Iñigo de la Cruz" userId="fae4ed0d-52e1-4e8b-ac73-77e0b7235c9a" providerId="ADAL" clId="{1E9E03C1-E5D4-4BEC-8EBD-C4DD5262B379}" dt="2026-09-09T08:17:58.830" v="4906" actId="164"/>
          <ac:cxnSpMkLst>
            <pc:docMk/>
            <pc:sldMk cId="904388668" sldId="330"/>
            <ac:cxnSpMk id="13" creationId="{EEC95011-7EEF-F57C-1373-0FC17AD63D40}"/>
          </ac:cxnSpMkLst>
        </pc:cxnChg>
        <pc:cxnChg chg="add mod">
          <ac:chgData name="Leila Iñigo de la Cruz" userId="fae4ed0d-52e1-4e8b-ac73-77e0b7235c9a" providerId="ADAL" clId="{1E9E03C1-E5D4-4BEC-8EBD-C4DD5262B379}" dt="2026-09-09T08:17:58.830" v="4906" actId="164"/>
          <ac:cxnSpMkLst>
            <pc:docMk/>
            <pc:sldMk cId="904388668" sldId="330"/>
            <ac:cxnSpMk id="17" creationId="{7041B901-0FFE-C146-F3E0-B36590A8F7DC}"/>
          </ac:cxnSpMkLst>
        </pc:cxnChg>
      </pc:sldChg>
      <pc:sldChg chg="addSp delSp modSp add mod">
        <pc:chgData name="Leila Iñigo de la Cruz" userId="fae4ed0d-52e1-4e8b-ac73-77e0b7235c9a" providerId="ADAL" clId="{1E9E03C1-E5D4-4BEC-8EBD-C4DD5262B379}" dt="2026-09-09T08:59:51.444" v="5098" actId="20577"/>
        <pc:sldMkLst>
          <pc:docMk/>
          <pc:sldMk cId="665183601" sldId="332"/>
        </pc:sldMkLst>
        <pc:spChg chg="add mod">
          <ac:chgData name="Leila Iñigo de la Cruz" userId="fae4ed0d-52e1-4e8b-ac73-77e0b7235c9a" providerId="ADAL" clId="{1E9E03C1-E5D4-4BEC-8EBD-C4DD5262B379}" dt="2026-09-09T08:59:51.444" v="5098" actId="20577"/>
          <ac:spMkLst>
            <pc:docMk/>
            <pc:sldMk cId="665183601" sldId="332"/>
            <ac:spMk id="4" creationId="{3AD4F407-466F-BC3D-6B23-B5FC69E090D3}"/>
          </ac:spMkLst>
        </pc:spChg>
        <pc:spChg chg="mod">
          <ac:chgData name="Leila Iñigo de la Cruz" userId="fae4ed0d-52e1-4e8b-ac73-77e0b7235c9a" providerId="ADAL" clId="{1E9E03C1-E5D4-4BEC-8EBD-C4DD5262B379}" dt="2026-09-09T08:22:40.843" v="5026" actId="1076"/>
          <ac:spMkLst>
            <pc:docMk/>
            <pc:sldMk cId="665183601" sldId="332"/>
            <ac:spMk id="5" creationId="{7F231352-828B-906A-6BD5-74F7AF552ED0}"/>
          </ac:spMkLst>
        </pc:spChg>
      </pc:sldChg>
      <pc:sldChg chg="addSp modSp add mod modAnim">
        <pc:chgData name="Leila Iñigo de la Cruz" userId="fae4ed0d-52e1-4e8b-ac73-77e0b7235c9a" providerId="ADAL" clId="{1E9E03C1-E5D4-4BEC-8EBD-C4DD5262B379}" dt="2026-09-09T09:02:49.258" v="5110" actId="1076"/>
        <pc:sldMkLst>
          <pc:docMk/>
          <pc:sldMk cId="3797427573" sldId="333"/>
        </pc:sldMkLst>
        <pc:spChg chg="add mod">
          <ac:chgData name="Leila Iñigo de la Cruz" userId="fae4ed0d-52e1-4e8b-ac73-77e0b7235c9a" providerId="ADAL" clId="{1E9E03C1-E5D4-4BEC-8EBD-C4DD5262B379}" dt="2026-09-09T09:02:24.425" v="5105" actId="20577"/>
          <ac:spMkLst>
            <pc:docMk/>
            <pc:sldMk cId="3797427573" sldId="333"/>
            <ac:spMk id="3" creationId="{EF05AF6E-4359-A1DD-BD53-4A5EAB23F287}"/>
          </ac:spMkLst>
        </pc:spChg>
        <pc:spChg chg="add mod">
          <ac:chgData name="Leila Iñigo de la Cruz" userId="fae4ed0d-52e1-4e8b-ac73-77e0b7235c9a" providerId="ADAL" clId="{1E9E03C1-E5D4-4BEC-8EBD-C4DD5262B379}" dt="2026-09-09T09:02:49.258" v="5110" actId="1076"/>
          <ac:spMkLst>
            <pc:docMk/>
            <pc:sldMk cId="3797427573" sldId="333"/>
            <ac:spMk id="6" creationId="{55DFA5F6-78C6-906A-E5F6-8F81FF599D8D}"/>
          </ac:spMkLst>
        </pc:spChg>
      </pc:sldChg>
      <pc:sldChg chg="modSp add mod">
        <pc:chgData name="Leila Iñigo de la Cruz" userId="fae4ed0d-52e1-4e8b-ac73-77e0b7235c9a" providerId="ADAL" clId="{1E9E03C1-E5D4-4BEC-8EBD-C4DD5262B379}" dt="2026-09-23T08:18:37.589" v="5123" actId="1076"/>
        <pc:sldMkLst>
          <pc:docMk/>
          <pc:sldMk cId="191692488" sldId="334"/>
        </pc:sldMkLst>
        <pc:spChg chg="mod">
          <ac:chgData name="Leila Iñigo de la Cruz" userId="fae4ed0d-52e1-4e8b-ac73-77e0b7235c9a" providerId="ADAL" clId="{1E9E03C1-E5D4-4BEC-8EBD-C4DD5262B379}" dt="2026-09-23T08:18:37.589" v="5123" actId="1076"/>
          <ac:spMkLst>
            <pc:docMk/>
            <pc:sldMk cId="191692488" sldId="334"/>
            <ac:spMk id="2" creationId="{BB3CD88F-9F93-08C4-D9F7-71F4074EAC3A}"/>
          </ac:spMkLst>
        </pc:spChg>
      </pc:sldChg>
      <pc:sldMasterChg chg="setBg modSldLayout">
        <pc:chgData name="Leila Iñigo de la Cruz" userId="fae4ed0d-52e1-4e8b-ac73-77e0b7235c9a" providerId="ADAL" clId="{1E9E03C1-E5D4-4BEC-8EBD-C4DD5262B379}" dt="2026-09-09T07:00:09.510" v="3517"/>
        <pc:sldMasterMkLst>
          <pc:docMk/>
          <pc:sldMasterMk cId="1973923064" sldId="2147483660"/>
        </pc:sldMasterMkLst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1163347230" sldId="2147483661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1475835182" sldId="2147483662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2003810955" sldId="2147483663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4201232656" sldId="2147483664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570187518" sldId="2147483665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4050731651" sldId="2147483666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3505408139" sldId="2147483667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2919896538" sldId="2147483668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3012090353" sldId="2147483669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351813229" sldId="2147483670"/>
          </pc:sldLayoutMkLst>
        </pc:sldLayoutChg>
        <pc:sldLayoutChg chg="setBg">
          <pc:chgData name="Leila Iñigo de la Cruz" userId="fae4ed0d-52e1-4e8b-ac73-77e0b7235c9a" providerId="ADAL" clId="{1E9E03C1-E5D4-4BEC-8EBD-C4DD5262B379}" dt="2026-09-09T07:00:09.510" v="3517"/>
          <pc:sldLayoutMkLst>
            <pc:docMk/>
            <pc:sldMasterMk cId="1973923064" sldId="2147483660"/>
            <pc:sldLayoutMk cId="498257635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BE7BC-106D-4B03-9183-ECAC3B45AFC3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2D0B-7FF0-4211-931C-B3C2EE69002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1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82A3931-C8FB-9179-7EA6-E0F056F1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AD38DB6-BA2F-3BD6-2FBB-B40A8424E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E852F3B-A4BB-3C13-75F6-FC2A5A0C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8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B48856B-7EC7-115E-2541-1EE4E8F9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DD8B0F-CD0B-912E-5D9F-2924983AD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75E8FAD-DFDD-CC09-DC86-1D3A69464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2137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7B53FEA7-7920-B72F-AAE3-0E4F674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AFDDACA-7871-F8FB-D2E4-E7B1F5AC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B8EDDB0A-F256-C745-3D53-1661C8DC9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484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D0E023B-E07F-A86B-0CA2-913A14BC6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ECC01FD2-2FD5-86C6-EFCB-C73541B2A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DBAE2128-A2FF-665E-A602-52263D4968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1333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C25E577B-6A75-F08B-2D28-89AFD169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92722BD2-E6D6-E6AC-0EBF-D50335BAC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1C89DF15-BF22-5541-E3D6-CD9B3A95F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476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 API is like a waiter in a restaurant.</a:t>
            </a:r>
            <a:br>
              <a:rPr lang="en-US" dirty="0"/>
            </a:br>
            <a:r>
              <a:rPr lang="en-US" dirty="0"/>
              <a:t>You don’t go into the kitchen and cook the meal yourself.</a:t>
            </a:r>
            <a:br>
              <a:rPr lang="en-US" dirty="0"/>
            </a:br>
            <a:r>
              <a:rPr lang="en-US" dirty="0"/>
              <a:t>You just place an order and hope the kitchen doesn’t return a </a:t>
            </a:r>
            <a:r>
              <a:rPr lang="en-US" i="1" dirty="0"/>
              <a:t>500 Internal Server Error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de-DE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9545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F59CA254-EF51-8284-92E4-99C5A84D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45EC2FF5-AD74-46EB-5E90-98562F498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BE834B3C-14C4-C70C-710E-D6427DED3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**Library or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programming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software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classes, or modules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software package.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**Operating system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resources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files, memory, or hardware.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**Database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information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databases.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**Web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standard web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**Web API**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accessible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interface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or services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web.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important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mechanism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exchange data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metadata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programmatically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without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person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website.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8354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3E7B918-47BC-B053-51DC-E4DC074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71FBBF76-C0DF-2B56-CDDE-8926BB8B9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60BC7842-7C59-6EDE-41E8-23A3B38C9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054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9DCB8D3E-26C9-DD79-778C-C1B960A2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E672C7F1-230C-ADC7-3334-2B31C31BA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agreement,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scientifically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meaningless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90E56E89-F211-528C-B503-040141850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6219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8BF909F5-B407-8905-BB69-C80B9A7D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61842F1D-CB43-E05C-F87F-CD2B35219E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BF3AD0FF-B8B2-240F-203F-46AB0CBC7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8188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2D84A292-D685-C31B-9E17-0A05E1DE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CCC37BDB-6BE1-4D1D-BC47-59DF4ED8E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E4458BF8-B39B-2525-6325-15428C3B8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742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AB2ACF9C-80F4-EFE8-87B0-8F9FAD4A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299F85F9-89B3-ACC0-2E31-0A2909BD2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E425A3E5-31FC-3B04-02C0-D5673BBE9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9147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3BE9EDEF-F7D8-7A94-E5B4-FFB3EBB7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47DA9E87-1A64-0220-794C-061F7DA7E6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E9158F64-9F59-E709-E932-3E99C421E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1564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7C417FEB-CA2F-FAB8-7C0E-1276F9E8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699538FC-A048-7290-1D8F-CC6EB2467D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81226E8C-C556-48CF-8C5B-9863F56BB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9764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1">
  <p:cSld name="Inbetween Title 01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3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6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113"/>
          <p:cNvSpPr txBox="1">
            <a:spLocks noGrp="1"/>
          </p:cNvSpPr>
          <p:nvPr>
            <p:ph type="body" idx="2"/>
          </p:nvPr>
        </p:nvSpPr>
        <p:spPr>
          <a:xfrm>
            <a:off x="152400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113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113"/>
          <p:cNvSpPr txBox="1">
            <a:spLocks noGrp="1"/>
          </p:cNvSpPr>
          <p:nvPr>
            <p:ph type="body" idx="4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334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2">
  <p:cSld name="Inbetween Title 02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4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529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4"/>
          <p:cNvSpPr txBox="1">
            <a:spLocks noGrp="1"/>
          </p:cNvSpPr>
          <p:nvPr>
            <p:ph type="body" idx="2"/>
          </p:nvPr>
        </p:nvSpPr>
        <p:spPr>
          <a:xfrm>
            <a:off x="1419225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114"/>
          <p:cNvSpPr txBox="1">
            <a:spLocks noGrp="1"/>
          </p:cNvSpPr>
          <p:nvPr>
            <p:ph type="body" idx="3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114"/>
          <p:cNvSpPr txBox="1">
            <a:spLocks noGrp="1"/>
          </p:cNvSpPr>
          <p:nvPr>
            <p:ph type="body" idx="4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114"/>
          <p:cNvSpPr txBox="1">
            <a:spLocks noGrp="1"/>
          </p:cNvSpPr>
          <p:nvPr>
            <p:ph type="body" idx="5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8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3">
  <p:cSld name="Inbetween Title 03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5"/>
          <p:cNvSpPr txBox="1">
            <a:spLocks noGrp="1"/>
          </p:cNvSpPr>
          <p:nvPr>
            <p:ph type="body" idx="1"/>
          </p:nvPr>
        </p:nvSpPr>
        <p:spPr>
          <a:xfrm>
            <a:off x="152400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115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8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4">
  <p:cSld name="Inbetween Title 04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6"/>
          <p:cNvSpPr txBox="1">
            <a:spLocks noGrp="1"/>
          </p:cNvSpPr>
          <p:nvPr>
            <p:ph type="body" idx="1"/>
          </p:nvPr>
        </p:nvSpPr>
        <p:spPr>
          <a:xfrm>
            <a:off x="1419225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9" name="Google Shape;399;p116"/>
          <p:cNvSpPr txBox="1">
            <a:spLocks noGrp="1"/>
          </p:cNvSpPr>
          <p:nvPr>
            <p:ph type="body" idx="2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116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2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5">
  <p:cSld name="Inbetween Title 05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7"/>
          <p:cNvSpPr txBox="1">
            <a:spLocks noGrp="1"/>
          </p:cNvSpPr>
          <p:nvPr>
            <p:ph type="body" idx="1"/>
          </p:nvPr>
        </p:nvSpPr>
        <p:spPr>
          <a:xfrm>
            <a:off x="152400" y="552451"/>
            <a:ext cx="7286625" cy="87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117"/>
          <p:cNvSpPr/>
          <p:nvPr/>
        </p:nvSpPr>
        <p:spPr>
          <a:xfrm>
            <a:off x="251099" y="1536361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7"/>
          <p:cNvSpPr txBox="1">
            <a:spLocks noGrp="1"/>
          </p:cNvSpPr>
          <p:nvPr>
            <p:ph type="body" idx="2"/>
          </p:nvPr>
        </p:nvSpPr>
        <p:spPr>
          <a:xfrm>
            <a:off x="251099" y="1470320"/>
            <a:ext cx="3560201" cy="18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17"/>
          <p:cNvSpPr txBox="1">
            <a:spLocks noGrp="1"/>
          </p:cNvSpPr>
          <p:nvPr>
            <p:ph type="body" idx="3"/>
          </p:nvPr>
        </p:nvSpPr>
        <p:spPr>
          <a:xfrm>
            <a:off x="149842" y="1722628"/>
            <a:ext cx="4431683" cy="59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17"/>
          <p:cNvSpPr txBox="1">
            <a:spLocks noGrp="1"/>
          </p:cNvSpPr>
          <p:nvPr>
            <p:ph type="body" idx="4"/>
          </p:nvPr>
        </p:nvSpPr>
        <p:spPr>
          <a:xfrm>
            <a:off x="154971" y="4540926"/>
            <a:ext cx="5941029" cy="188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Light"/>
              <a:buNone/>
              <a:def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117"/>
          <p:cNvSpPr txBox="1">
            <a:spLocks noGrp="1"/>
          </p:cNvSpPr>
          <p:nvPr>
            <p:ph type="body" idx="5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117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7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018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6">
  <p:cSld name="Inbetween Title 06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8"/>
          <p:cNvSpPr txBox="1">
            <a:spLocks noGrp="1"/>
          </p:cNvSpPr>
          <p:nvPr>
            <p:ph type="body" idx="1"/>
          </p:nvPr>
        </p:nvSpPr>
        <p:spPr>
          <a:xfrm>
            <a:off x="4733926" y="5952792"/>
            <a:ext cx="6177280" cy="49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118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118"/>
          <p:cNvSpPr txBox="1">
            <a:spLocks noGrp="1"/>
          </p:cNvSpPr>
          <p:nvPr>
            <p:ph type="body" idx="3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073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7">
  <p:cSld name="Inbetween Title 07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9"/>
          <p:cNvSpPr txBox="1">
            <a:spLocks noGrp="1"/>
          </p:cNvSpPr>
          <p:nvPr>
            <p:ph type="body" idx="1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119"/>
          <p:cNvSpPr txBox="1">
            <a:spLocks noGrp="1"/>
          </p:cNvSpPr>
          <p:nvPr>
            <p:ph type="body" idx="2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119"/>
          <p:cNvSpPr txBox="1">
            <a:spLocks noGrp="1"/>
          </p:cNvSpPr>
          <p:nvPr>
            <p:ph type="body" idx="3"/>
          </p:nvPr>
        </p:nvSpPr>
        <p:spPr>
          <a:xfrm>
            <a:off x="149842" y="4826000"/>
            <a:ext cx="5705476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119"/>
          <p:cNvSpPr txBox="1">
            <a:spLocks noGrp="1"/>
          </p:cNvSpPr>
          <p:nvPr>
            <p:ph type="body" idx="4"/>
          </p:nvPr>
        </p:nvSpPr>
        <p:spPr>
          <a:xfrm>
            <a:off x="152400" y="2343150"/>
            <a:ext cx="570547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19"/>
          <p:cNvSpPr>
            <a:spLocks noGrp="1"/>
          </p:cNvSpPr>
          <p:nvPr>
            <p:ph type="pic" idx="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20" name="Google Shape;420;p119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9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40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9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9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1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659300" y="995600"/>
            <a:ext cx="10904000" cy="4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689033" y="2008467"/>
            <a:ext cx="108312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100"/>
              </a:buClr>
              <a:buSzPts val="1000"/>
              <a:buChar char="⬥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–"/>
              <a:defRPr/>
            </a:lvl2pPr>
            <a:lvl3pPr marL="137160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⬩"/>
              <a:defRPr/>
            </a:lvl3pPr>
            <a:lvl4pPr marL="1828800" lvl="3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●"/>
              <a:defRPr/>
            </a:lvl4pPr>
            <a:lvl5pPr marL="2286000" lvl="4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■"/>
              <a:defRPr/>
            </a:lvl6pPr>
            <a:lvl7pPr marL="3200400" lvl="6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●"/>
              <a:defRPr/>
            </a:lvl7pPr>
            <a:lvl8pPr marL="3657600" lvl="7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○"/>
              <a:defRPr/>
            </a:lvl8pPr>
            <a:lvl9pPr marL="4114800" lvl="8" indent="-2921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29100"/>
              </a:buClr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11520233" y="377733"/>
            <a:ext cx="468400" cy="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 idx="2"/>
          </p:nvPr>
        </p:nvSpPr>
        <p:spPr>
          <a:xfrm>
            <a:off x="689033" y="377733"/>
            <a:ext cx="10660000" cy="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3"/>
          </p:nvPr>
        </p:nvSpPr>
        <p:spPr>
          <a:xfrm>
            <a:off x="689033" y="1498533"/>
            <a:ext cx="108524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00"/>
              <a:buNone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825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de-DE"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23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4turesearchdata-carpentries.github.io/interoperability-climate-sciences/technical-interoperability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4tu.nl/v2/articl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endpoint" TargetMode="External"/><Relationship Id="rId5" Type="http://schemas.openxmlformats.org/officeDocument/2006/relationships/hyperlink" Target="https://data.4tu.nl/" TargetMode="External"/><Relationship Id="rId4" Type="http://schemas.openxmlformats.org/officeDocument/2006/relationships/hyperlink" Target="https://data.4tu.nl/v2/articles%20|%20j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D54E01BA-46E1-A188-E86D-2BDF036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3">
            <a:extLst>
              <a:ext uri="{FF2B5EF4-FFF2-40B4-BE49-F238E27FC236}">
                <a16:creationId xmlns:a16="http://schemas.microsoft.com/office/drawing/2014/main" id="{B2861DCE-AF2C-DB99-9CBA-F987E9F09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07540" y="871876"/>
            <a:ext cx="6493838" cy="3547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/>
              <a:t>Technical </a:t>
            </a:r>
            <a:r>
              <a:rPr lang="nl-NL" sz="6000" b="1" dirty="0" err="1"/>
              <a:t>interoperability</a:t>
            </a:r>
            <a:r>
              <a:rPr lang="nl-NL" sz="6000" b="1" dirty="0"/>
              <a:t> II : API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871C7448-7A50-2C57-6073-EB86A1615C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14312" y="3931554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18B9F0E-E06D-F716-AE71-C588FBE24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0;p43">
            <a:extLst>
              <a:ext uri="{FF2B5EF4-FFF2-40B4-BE49-F238E27FC236}">
                <a16:creationId xmlns:a16="http://schemas.microsoft.com/office/drawing/2014/main" id="{F27C4388-0FB1-755F-7D32-E87CE1598747}"/>
              </a:ext>
            </a:extLst>
          </p:cNvPr>
          <p:cNvSpPr txBox="1">
            <a:spLocks/>
          </p:cNvSpPr>
          <p:nvPr/>
        </p:nvSpPr>
        <p:spPr>
          <a:xfrm>
            <a:off x="3105150" y="4907805"/>
            <a:ext cx="5753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FAIR </a:t>
            </a:r>
            <a:r>
              <a:rPr lang="en-US" sz="3600" kern="0" dirty="0" err="1"/>
              <a:t>NetCDF</a:t>
            </a:r>
            <a:r>
              <a:rPr lang="en-US" sz="3600" kern="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869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59930EAE-75F6-39BE-16EB-A032B9F1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00A431D-57BB-5EB9-62D3-A056891D4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C227141-F11E-9DE9-1249-634920557D2D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F2B41B-D5B1-4562-C498-EEEE1A392D4D}"/>
              </a:ext>
            </a:extLst>
          </p:cNvPr>
          <p:cNvGrpSpPr/>
          <p:nvPr/>
        </p:nvGrpSpPr>
        <p:grpSpPr>
          <a:xfrm>
            <a:off x="5631898" y="874337"/>
            <a:ext cx="6296025" cy="5728901"/>
            <a:chOff x="3590925" y="725313"/>
            <a:chExt cx="6296025" cy="572890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706CBD8-3757-C205-AAD8-D4E17F88E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850" y="1253563"/>
              <a:ext cx="3467100" cy="5200651"/>
            </a:xfrm>
            <a:prstGeom prst="rect">
              <a:avLst/>
            </a:prstGeom>
          </p:spPr>
        </p:pic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0BF0829E-5109-8079-C23E-A427500F4FD4}"/>
                </a:ext>
              </a:extLst>
            </p:cNvPr>
            <p:cNvSpPr/>
            <p:nvPr/>
          </p:nvSpPr>
          <p:spPr>
            <a:xfrm>
              <a:off x="3590925" y="725313"/>
              <a:ext cx="3933825" cy="2313162"/>
            </a:xfrm>
            <a:prstGeom prst="wedgeEllipseCallout">
              <a:avLst>
                <a:gd name="adj1" fmla="val 57048"/>
                <a:gd name="adj2" fmla="val 168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b="1" dirty="0">
                  <a:solidFill>
                    <a:schemeClr val="tx1"/>
                  </a:solidFill>
                </a:rPr>
                <a:t>How </a:t>
              </a:r>
              <a:r>
                <a:rPr lang="nl-NL" b="1" dirty="0" err="1">
                  <a:solidFill>
                    <a:schemeClr val="tx1"/>
                  </a:solidFill>
                </a:rPr>
                <a:t>can</a:t>
              </a:r>
              <a:r>
                <a:rPr lang="nl-NL" b="1" dirty="0">
                  <a:solidFill>
                    <a:schemeClr val="tx1"/>
                  </a:solidFill>
                </a:rPr>
                <a:t> </a:t>
              </a:r>
              <a:r>
                <a:rPr lang="nl-NL" b="1" dirty="0" err="1">
                  <a:solidFill>
                    <a:schemeClr val="tx1"/>
                  </a:solidFill>
                </a:rPr>
                <a:t>one</a:t>
              </a:r>
              <a:r>
                <a:rPr lang="nl-NL" b="1" dirty="0">
                  <a:solidFill>
                    <a:schemeClr val="tx1"/>
                  </a:solidFill>
                </a:rPr>
                <a:t> computer system access data held </a:t>
              </a:r>
              <a:r>
                <a:rPr lang="nl-NL" b="1" dirty="0" err="1">
                  <a:solidFill>
                    <a:schemeClr val="tx1"/>
                  </a:solidFill>
                </a:rPr>
                <a:t>by</a:t>
              </a:r>
              <a:r>
                <a:rPr lang="nl-NL" b="1" dirty="0">
                  <a:solidFill>
                    <a:schemeClr val="tx1"/>
                  </a:solidFill>
                </a:rPr>
                <a:t> </a:t>
              </a:r>
              <a:r>
                <a:rPr lang="nl-NL" b="1" dirty="0" err="1">
                  <a:solidFill>
                    <a:schemeClr val="tx1"/>
                  </a:solidFill>
                </a:rPr>
                <a:t>another</a:t>
              </a:r>
              <a:r>
                <a:rPr lang="nl-NL" b="1" dirty="0">
                  <a:solidFill>
                    <a:schemeClr val="tx1"/>
                  </a:solidFill>
                </a:rPr>
                <a:t> system?</a:t>
              </a:r>
              <a:endParaRPr lang="nl-NL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3CD88F-9F93-08C4-D9F7-71F4074EAC3A}"/>
              </a:ext>
            </a:extLst>
          </p:cNvPr>
          <p:cNvSpPr/>
          <p:nvPr/>
        </p:nvSpPr>
        <p:spPr>
          <a:xfrm>
            <a:off x="1967696" y="4476629"/>
            <a:ext cx="7014259" cy="9144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How </a:t>
            </a:r>
            <a:r>
              <a:rPr lang="nl-NL" dirty="0" err="1"/>
              <a:t>can</a:t>
            </a:r>
            <a:r>
              <a:rPr lang="nl-NL" dirty="0"/>
              <a:t> software </a:t>
            </a:r>
            <a:r>
              <a:rPr lang="nl-NL" dirty="0" err="1"/>
              <a:t>interact</a:t>
            </a:r>
            <a:r>
              <a:rPr lang="nl-NL" dirty="0"/>
              <a:t> </a:t>
            </a:r>
            <a:r>
              <a:rPr lang="nl-NL" dirty="0" err="1"/>
              <a:t>programmatically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resources </a:t>
            </a:r>
            <a:r>
              <a:rPr lang="nl-NL" dirty="0" err="1"/>
              <a:t>provided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 system?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9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22183A85-A9B8-5A24-23D1-2E61142B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CDC99CE-00C6-01AF-2929-5FF87FA89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703D54-2225-958E-B357-BF76735C3623}"/>
              </a:ext>
            </a:extLst>
          </p:cNvPr>
          <p:cNvSpPr/>
          <p:nvPr/>
        </p:nvSpPr>
        <p:spPr>
          <a:xfrm>
            <a:off x="4313498" y="2955684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Software systems can reliably exchange data and metadata without human intervention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A66FE9C8-7F4E-1525-3ABA-7FE266D29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Tecnical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925F38-109A-1D6C-957D-46F5D5CE6098}"/>
              </a:ext>
            </a:extLst>
          </p:cNvPr>
          <p:cNvCxnSpPr/>
          <p:nvPr/>
        </p:nvCxnSpPr>
        <p:spPr>
          <a:xfrm>
            <a:off x="6084307" y="2156176"/>
            <a:ext cx="0" cy="648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FF7A36-9E59-D9C5-CADA-9EC3FBF99F9C}"/>
              </a:ext>
            </a:extLst>
          </p:cNvPr>
          <p:cNvSpPr txBox="1"/>
          <p:nvPr/>
        </p:nvSpPr>
        <p:spPr>
          <a:xfrm>
            <a:off x="6132513" y="228145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ensures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702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224E0583-3F7C-1751-DAA7-656ACDA3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D634CB17-975B-519E-9AE5-FF304F5EBF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B122CF-4BFC-CE97-0633-08665BC1F096}"/>
              </a:ext>
            </a:extLst>
          </p:cNvPr>
          <p:cNvSpPr/>
          <p:nvPr/>
        </p:nvSpPr>
        <p:spPr>
          <a:xfrm>
            <a:off x="4313498" y="2955684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Software systems can reliably exchange data and metadata without human intervention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1D03EEA2-5981-768F-98CB-9BCA8919D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Tecnical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5E50FD-01E8-C553-A4E6-755AFE60A539}"/>
              </a:ext>
            </a:extLst>
          </p:cNvPr>
          <p:cNvSpPr/>
          <p:nvPr/>
        </p:nvSpPr>
        <p:spPr>
          <a:xfrm>
            <a:off x="4385126" y="4993481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standardize protocols, e.g. API</a:t>
            </a:r>
            <a:endParaRPr lang="nl-NL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42921E-F8C3-1798-099C-4007F7DC7A48}"/>
              </a:ext>
            </a:extLst>
          </p:cNvPr>
          <p:cNvCxnSpPr/>
          <p:nvPr/>
        </p:nvCxnSpPr>
        <p:spPr>
          <a:xfrm>
            <a:off x="6084307" y="2156176"/>
            <a:ext cx="0" cy="648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66110-E0FA-5AC1-28F8-C795F958BB8D}"/>
              </a:ext>
            </a:extLst>
          </p:cNvPr>
          <p:cNvSpPr txBox="1"/>
          <p:nvPr/>
        </p:nvSpPr>
        <p:spPr>
          <a:xfrm>
            <a:off x="6132513" y="228145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ensures</a:t>
            </a:r>
            <a:endParaRPr lang="nl-N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4CBD1A-7E34-9E90-AD7D-763B886E450C}"/>
              </a:ext>
            </a:extLst>
          </p:cNvPr>
          <p:cNvCxnSpPr/>
          <p:nvPr/>
        </p:nvCxnSpPr>
        <p:spPr>
          <a:xfrm>
            <a:off x="6084307" y="4114226"/>
            <a:ext cx="0" cy="648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B8799C-013A-7BBF-7CC3-03C770196A47}"/>
              </a:ext>
            </a:extLst>
          </p:cNvPr>
          <p:cNvSpPr txBox="1"/>
          <p:nvPr/>
        </p:nvSpPr>
        <p:spPr>
          <a:xfrm>
            <a:off x="6132513" y="4252904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achieved by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422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A861A8D-9F11-BA08-CBEF-C2979473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B907C9CA-6D61-C6AA-37DE-4C5F493AA22C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3A702663-8D72-667B-6285-1F55220F9EAE}"/>
              </a:ext>
            </a:extLst>
          </p:cNvPr>
          <p:cNvSpPr txBox="1"/>
          <p:nvPr/>
        </p:nvSpPr>
        <p:spPr>
          <a:xfrm>
            <a:off x="767415" y="2551857"/>
            <a:ext cx="4560885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 sz="2000"/>
            </a:pPr>
            <a:r>
              <a:rPr lang="nl-NL" sz="3600" dirty="0">
                <a:solidFill>
                  <a:schemeClr val="tx1">
                    <a:lumMod val="75000"/>
                  </a:schemeClr>
                </a:solidFill>
              </a:rPr>
              <a:t>An API (</a:t>
            </a:r>
            <a:r>
              <a:rPr lang="nl-NL" sz="3600" b="1" dirty="0">
                <a:solidFill>
                  <a:schemeClr val="tx1">
                    <a:lumMod val="75000"/>
                  </a:schemeClr>
                </a:solidFill>
              </a:rPr>
              <a:t>Application Programming Interface</a:t>
            </a:r>
            <a:r>
              <a:rPr lang="nl-NL" sz="3600" dirty="0">
                <a:solidFill>
                  <a:schemeClr val="tx1">
                    <a:lumMod val="75000"/>
                  </a:schemeClr>
                </a:solidFill>
              </a:rPr>
              <a:t>) defi</a:t>
            </a:r>
            <a:r>
              <a:rPr lang="nl-NL" sz="3600" dirty="0"/>
              <a:t>nes </a:t>
            </a: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9A46D1E4-7000-4AA1-1909-FEBDE4FA0883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6F6E449A-319B-8760-BB0E-5DFD3DA57266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306949F5-CC21-BF30-BCE7-5BCAFC9AAF7F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GB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What are APIs</a:t>
              </a:r>
              <a:endParaRPr sz="1900" dirty="0"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3FBBA6ED-6C45-9FF0-B0CE-A6B5757CD5BA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7299CAED-1B44-FB53-FC70-2516016DAF81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01</a:t>
              </a:r>
              <a:endParaRPr sz="1100" b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3EA61EE-268B-413E-8D2A-9B533687071B}"/>
              </a:ext>
            </a:extLst>
          </p:cNvPr>
          <p:cNvSpPr txBox="1"/>
          <p:nvPr/>
        </p:nvSpPr>
        <p:spPr>
          <a:xfrm>
            <a:off x="6584985" y="2828835"/>
            <a:ext cx="483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sz="2400" dirty="0"/>
              <a:t>defines </a:t>
            </a:r>
            <a:r>
              <a:rPr lang="nl-NL" sz="2400" dirty="0" err="1"/>
              <a:t>how</a:t>
            </a:r>
            <a:r>
              <a:rPr lang="nl-NL" sz="2400" dirty="0"/>
              <a:t> </a:t>
            </a:r>
            <a:r>
              <a:rPr lang="nl-NL" sz="2400" dirty="0" err="1"/>
              <a:t>one</a:t>
            </a:r>
            <a:r>
              <a:rPr lang="nl-NL" sz="2400" dirty="0"/>
              <a:t> software system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interact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</a:t>
            </a:r>
            <a:r>
              <a:rPr lang="nl-NL" sz="2400" dirty="0" err="1"/>
              <a:t>another</a:t>
            </a:r>
            <a:r>
              <a:rPr lang="nl-NL" sz="2400" dirty="0"/>
              <a:t> in a </a:t>
            </a:r>
            <a:r>
              <a:rPr lang="nl-NL" sz="2400" dirty="0" err="1"/>
              <a:t>structured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predictable</a:t>
            </a:r>
            <a:r>
              <a:rPr lang="nl-NL" sz="2400" dirty="0"/>
              <a:t> way.</a:t>
            </a:r>
            <a:endParaRPr lang="nl-NL" sz="32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31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person standing in front of a gear with a wrench and a sign&#10;&#10;AI-generated content may be incorrect.">
            <a:extLst>
              <a:ext uri="{FF2B5EF4-FFF2-40B4-BE49-F238E27FC236}">
                <a16:creationId xmlns:a16="http://schemas.microsoft.com/office/drawing/2014/main" id="{F2ACEE55-EF21-302E-50AE-3E850667E6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643467" y="866309"/>
            <a:ext cx="10905066" cy="256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person standing in front of a gear with a wrench and a sign&#10;&#10;AI-generated content may be incorrect.">
            <a:extLst>
              <a:ext uri="{FF2B5EF4-FFF2-40B4-BE49-F238E27FC236}">
                <a16:creationId xmlns:a16="http://schemas.microsoft.com/office/drawing/2014/main" id="{83DD2B20-659C-40CF-2241-204754E48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643467" y="3725729"/>
            <a:ext cx="10905066" cy="256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34B15A-64AD-21EF-D91A-2BC62D20F483}"/>
              </a:ext>
            </a:extLst>
          </p:cNvPr>
          <p:cNvSpPr txBox="1"/>
          <p:nvPr/>
        </p:nvSpPr>
        <p:spPr>
          <a:xfrm>
            <a:off x="1896220" y="886752"/>
            <a:ext cx="735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Client</a:t>
            </a:r>
            <a:endParaRPr lang="nl-NL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F4913-CA48-40F6-93D3-C4D85126E835}"/>
              </a:ext>
            </a:extLst>
          </p:cNvPr>
          <p:cNvSpPr txBox="1"/>
          <p:nvPr/>
        </p:nvSpPr>
        <p:spPr>
          <a:xfrm>
            <a:off x="9807165" y="891431"/>
            <a:ext cx="796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Server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20030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453595F-19E4-4AE4-B398-2E4D1792C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8B613EBB-C893-9F0B-1C46-51A8445D0807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487CECD2-8D65-9985-3C69-4AB8AD7B22F1}"/>
              </a:ext>
            </a:extLst>
          </p:cNvPr>
          <p:cNvSpPr txBox="1"/>
          <p:nvPr/>
        </p:nvSpPr>
        <p:spPr>
          <a:xfrm>
            <a:off x="767415" y="2942108"/>
            <a:ext cx="456088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 sz="2000"/>
            </a:pPr>
            <a:r>
              <a:rPr lang="nl-NL" sz="4400" dirty="0" err="1">
                <a:solidFill>
                  <a:schemeClr val="tx1">
                    <a:lumMod val="75000"/>
                  </a:schemeClr>
                </a:solidFill>
              </a:rPr>
              <a:t>APIs</a:t>
            </a:r>
            <a:r>
              <a:rPr lang="nl-NL" sz="44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sz="4400" dirty="0" err="1">
                <a:solidFill>
                  <a:schemeClr val="tx1">
                    <a:lumMod val="75000"/>
                  </a:schemeClr>
                </a:solidFill>
              </a:rPr>
              <a:t>examples</a:t>
            </a:r>
            <a:endParaRPr lang="nl-NL" sz="4400" dirty="0"/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733826BB-371A-152E-672E-EBC6B30B64F0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62646EC3-6098-2762-7163-A35863848C70}"/>
              </a:ext>
            </a:extLst>
          </p:cNvPr>
          <p:cNvGrpSpPr/>
          <p:nvPr/>
        </p:nvGrpSpPr>
        <p:grpSpPr>
          <a:xfrm>
            <a:off x="5240598" y="1212915"/>
            <a:ext cx="5708969" cy="827518"/>
            <a:chOff x="3716598" y="355665"/>
            <a:chExt cx="5708969" cy="827518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7B386562-2ED0-0095-BC66-28E7D1F99C77}"/>
                </a:ext>
              </a:extLst>
            </p:cNvPr>
            <p:cNvSpPr/>
            <p:nvPr/>
          </p:nvSpPr>
          <p:spPr>
            <a:xfrm>
              <a:off x="4102050" y="355665"/>
              <a:ext cx="5323517" cy="827518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GB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APIs can take different forms  depending on where and how systems communicate</a:t>
              </a:r>
              <a:endParaRPr sz="1900" dirty="0"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AD2324B9-DED0-060B-BBCB-D687EC48F6BE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7C3CFE76-9548-C19B-4B5E-C4B333409740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02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19362F-EA11-960B-E4A8-72BE526E4488}"/>
              </a:ext>
            </a:extLst>
          </p:cNvPr>
          <p:cNvSpPr/>
          <p:nvPr/>
        </p:nvSpPr>
        <p:spPr>
          <a:xfrm>
            <a:off x="6689975" y="2781479"/>
            <a:ext cx="1423686" cy="930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Library APIs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EA6FE6-34CD-A72D-8628-36918F500D2B}"/>
              </a:ext>
            </a:extLst>
          </p:cNvPr>
          <p:cNvSpPr/>
          <p:nvPr/>
        </p:nvSpPr>
        <p:spPr>
          <a:xfrm>
            <a:off x="8979576" y="2781479"/>
            <a:ext cx="1423686" cy="9305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OS APIs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E94C4A-7375-2F6F-4F49-DAF3BDDC66BE}"/>
              </a:ext>
            </a:extLst>
          </p:cNvPr>
          <p:cNvSpPr/>
          <p:nvPr/>
        </p:nvSpPr>
        <p:spPr>
          <a:xfrm>
            <a:off x="6689975" y="4797367"/>
            <a:ext cx="1423686" cy="93054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Database APIs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85B144-9160-1BF0-90CF-8CE024D0214F}"/>
              </a:ext>
            </a:extLst>
          </p:cNvPr>
          <p:cNvSpPr/>
          <p:nvPr/>
        </p:nvSpPr>
        <p:spPr>
          <a:xfrm>
            <a:off x="8979576" y="4797367"/>
            <a:ext cx="1423686" cy="9305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APIs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59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9C26466C-4686-01F6-80D6-B5C2E7D1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62BFCD57-7DB9-67DB-D09C-F3DBBA20AE6C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02E3E706-FAB0-BB5C-6021-1B8FCC47936D}"/>
              </a:ext>
            </a:extLst>
          </p:cNvPr>
          <p:cNvSpPr txBox="1"/>
          <p:nvPr/>
        </p:nvSpPr>
        <p:spPr>
          <a:xfrm>
            <a:off x="963086" y="2860165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tx1">
                    <a:lumMod val="75000"/>
                  </a:schemeClr>
                </a:solidFill>
                <a:latin typeface="+mj-lt"/>
                <a:sym typeface="Caveat"/>
              </a:rPr>
              <a:t>Core concepts</a:t>
            </a:r>
          </a:p>
          <a:p>
            <a:pPr algn="ctr"/>
            <a:r>
              <a:rPr lang="en-GB" sz="4400" dirty="0">
                <a:solidFill>
                  <a:schemeClr val="tx1">
                    <a:lumMod val="75000"/>
                  </a:schemeClr>
                </a:solidFill>
                <a:latin typeface="+mj-lt"/>
                <a:sym typeface="Caveat"/>
              </a:rPr>
              <a:t>of Web APIs</a:t>
            </a:r>
            <a:endParaRPr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56ACEA2B-ED30-158C-AF7D-1967BE048A50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6984AF28-3532-3446-266F-9FB5662CFB39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545E23EE-FAF8-3FC8-4142-30CF016F387E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GB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Web APIs usually defines:</a:t>
              </a:r>
              <a:endParaRPr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05F78333-4153-BAA7-A81D-DA414366D0A0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9EEEE90E-657C-F23A-4D7C-1BE5B30C6905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03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72D2798-E797-16A8-0EDE-48F9A92A3EBE}"/>
              </a:ext>
            </a:extLst>
          </p:cNvPr>
          <p:cNvSpPr txBox="1"/>
          <p:nvPr/>
        </p:nvSpPr>
        <p:spPr>
          <a:xfrm>
            <a:off x="6511323" y="2188870"/>
            <a:ext cx="521238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Endpoints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: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the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address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of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the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resource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exposed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by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the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API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HTTP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methods:They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use a 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shared vocabulary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of methods. 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GET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POST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PUT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DELETE to define how to exchange 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resources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 across the web.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Parameters: Additional information to refine the request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Representation: Most Web APIs today use the 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JSON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format to exchange data.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Authentication: Mechanism to identify users or software and determine which operations they are allowed to perform.</a:t>
            </a:r>
            <a:endParaRPr lang="nl-NL" dirty="0">
              <a:solidFill>
                <a:schemeClr val="tx1">
                  <a:lumMod val="75000"/>
                </a:schemeClr>
              </a:solidFill>
            </a:endParaRPr>
          </a:p>
          <a:p>
            <a:pPr algn="l">
              <a:defRPr sz="2000"/>
            </a:pPr>
            <a:endParaRPr lang="nl-NL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50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>
          <a:extLst>
            <a:ext uri="{FF2B5EF4-FFF2-40B4-BE49-F238E27FC236}">
              <a16:creationId xmlns:a16="http://schemas.microsoft.com/office/drawing/2014/main" id="{FE63255F-F19C-B5C6-15F0-2D4726A2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C301FED4-7590-C7F8-7471-466C85E79A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7B1E1B-A35E-F21A-8FEA-F1234EE688F8}"/>
              </a:ext>
            </a:extLst>
          </p:cNvPr>
          <p:cNvSpPr/>
          <p:nvPr/>
        </p:nvSpPr>
        <p:spPr>
          <a:xfrm>
            <a:off x="4203541" y="3721263"/>
            <a:ext cx="3426106" cy="1041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16405C-2CBF-EE8F-A983-81ABBF4E4CB2}"/>
              </a:ext>
            </a:extLst>
          </p:cNvPr>
          <p:cNvSpPr/>
          <p:nvPr/>
        </p:nvSpPr>
        <p:spPr>
          <a:xfrm>
            <a:off x="1384245" y="1426579"/>
            <a:ext cx="3187406" cy="75205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Structural interoperability </a:t>
            </a:r>
            <a:endParaRPr lang="nl-N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F02D8C-22A1-A74D-9C0B-9DBC10E48BD9}"/>
              </a:ext>
            </a:extLst>
          </p:cNvPr>
          <p:cNvSpPr/>
          <p:nvPr/>
        </p:nvSpPr>
        <p:spPr>
          <a:xfrm>
            <a:off x="7502324" y="1481559"/>
            <a:ext cx="2768786" cy="6420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Semantic interoperability </a:t>
            </a:r>
            <a:endParaRPr lang="nl-N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B28B93-C5FB-3F23-1C3E-440A36433AEA}"/>
              </a:ext>
            </a:extLst>
          </p:cNvPr>
          <p:cNvSpPr txBox="1"/>
          <p:nvPr/>
        </p:nvSpPr>
        <p:spPr>
          <a:xfrm>
            <a:off x="3227617" y="5651908"/>
            <a:ext cx="5797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ts val="1400"/>
              <a:defRPr/>
            </a:pPr>
            <a:r>
              <a:rPr lang="nl-NL" i="1" dirty="0"/>
              <a:t>Without </a:t>
            </a:r>
            <a:r>
              <a:rPr lang="nl-NL" i="1" dirty="0" err="1"/>
              <a:t>structural</a:t>
            </a:r>
            <a:r>
              <a:rPr lang="nl-NL" i="1" dirty="0"/>
              <a:t> </a:t>
            </a:r>
            <a:r>
              <a:rPr lang="nl-NL" i="1" dirty="0" err="1"/>
              <a:t>and</a:t>
            </a:r>
            <a:r>
              <a:rPr lang="nl-NL" i="1" dirty="0"/>
              <a:t> </a:t>
            </a:r>
            <a:r>
              <a:rPr lang="nl-NL" i="1" dirty="0" err="1"/>
              <a:t>semantic</a:t>
            </a:r>
            <a:r>
              <a:rPr lang="nl-NL" i="1" dirty="0"/>
              <a:t> agreement, </a:t>
            </a:r>
            <a:r>
              <a:rPr lang="nl-NL" i="1" dirty="0" err="1"/>
              <a:t>an</a:t>
            </a:r>
            <a:r>
              <a:rPr lang="nl-NL" i="1" dirty="0"/>
              <a:t> API </a:t>
            </a:r>
            <a:r>
              <a:rPr lang="nl-NL" i="1" dirty="0" err="1"/>
              <a:t>may</a:t>
            </a:r>
            <a:r>
              <a:rPr lang="nl-NL" i="1" dirty="0"/>
              <a:t> </a:t>
            </a:r>
            <a:r>
              <a:rPr lang="nl-NL" i="1" dirty="0" err="1"/>
              <a:t>be</a:t>
            </a:r>
            <a:r>
              <a:rPr lang="nl-NL" i="1" dirty="0"/>
              <a:t> </a:t>
            </a:r>
            <a:r>
              <a:rPr lang="nl-NL" i="1" dirty="0" err="1"/>
              <a:t>technically</a:t>
            </a:r>
            <a:r>
              <a:rPr lang="nl-NL" i="1" dirty="0"/>
              <a:t> </a:t>
            </a:r>
            <a:r>
              <a:rPr lang="nl-NL" i="1" dirty="0" err="1"/>
              <a:t>functional</a:t>
            </a:r>
            <a:r>
              <a:rPr lang="nl-NL" i="1" dirty="0"/>
              <a:t> but </a:t>
            </a:r>
            <a:r>
              <a:rPr lang="nl-NL" i="1" dirty="0" err="1"/>
              <a:t>scientifically</a:t>
            </a:r>
            <a:r>
              <a:rPr lang="nl-NL" i="1" dirty="0"/>
              <a:t> </a:t>
            </a:r>
            <a:r>
              <a:rPr lang="nl-NL" i="1" dirty="0" err="1"/>
              <a:t>meaningless</a:t>
            </a:r>
            <a:r>
              <a:rPr lang="nl-NL" i="1" dirty="0"/>
              <a:t>.</a:t>
            </a:r>
          </a:p>
        </p:txBody>
      </p:sp>
      <p:sp>
        <p:nvSpPr>
          <p:cNvPr id="25" name="Arrow: Bent-Up 24">
            <a:extLst>
              <a:ext uri="{FF2B5EF4-FFF2-40B4-BE49-F238E27FC236}">
                <a16:creationId xmlns:a16="http://schemas.microsoft.com/office/drawing/2014/main" id="{DF0269B8-9C2D-FB3E-40B3-6FD7A062BA36}"/>
              </a:ext>
            </a:extLst>
          </p:cNvPr>
          <p:cNvSpPr/>
          <p:nvPr/>
        </p:nvSpPr>
        <p:spPr>
          <a:xfrm rot="5400000">
            <a:off x="2146351" y="2934182"/>
            <a:ext cx="2233914" cy="989637"/>
          </a:xfrm>
          <a:prstGeom prst="bentUpArrow">
            <a:avLst>
              <a:gd name="adj1" fmla="val 12814"/>
              <a:gd name="adj2" fmla="val 25452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Arrow: Bent-Up 30">
            <a:extLst>
              <a:ext uri="{FF2B5EF4-FFF2-40B4-BE49-F238E27FC236}">
                <a16:creationId xmlns:a16="http://schemas.microsoft.com/office/drawing/2014/main" id="{07EDC1E5-B541-66E2-BDB9-BAF888580336}"/>
              </a:ext>
            </a:extLst>
          </p:cNvPr>
          <p:cNvSpPr/>
          <p:nvPr/>
        </p:nvSpPr>
        <p:spPr>
          <a:xfrm rot="5400000" flipV="1">
            <a:off x="7187022" y="2957380"/>
            <a:ext cx="2233914" cy="800367"/>
          </a:xfrm>
          <a:prstGeom prst="bentUpArrow">
            <a:avLst>
              <a:gd name="adj1" fmla="val 12814"/>
              <a:gd name="adj2" fmla="val 25452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BCC305-A453-6396-D701-EA6B8E602510}"/>
              </a:ext>
            </a:extLst>
          </p:cNvPr>
          <p:cNvSpPr txBox="1"/>
          <p:nvPr/>
        </p:nvSpPr>
        <p:spPr>
          <a:xfrm>
            <a:off x="8886717" y="3562655"/>
            <a:ext cx="2768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Metadata fields, controlled terms ensure that machines interpret content consistently</a:t>
            </a:r>
            <a:endParaRPr lang="nl-NL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55219C-E0DB-7FF3-467F-1FACF0D955A1}"/>
              </a:ext>
            </a:extLst>
          </p:cNvPr>
          <p:cNvSpPr txBox="1"/>
          <p:nvPr/>
        </p:nvSpPr>
        <p:spPr>
          <a:xfrm>
            <a:off x="152400" y="3992054"/>
            <a:ext cx="2768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JSON responses must follow well defined schemas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8726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300DFAC7-816D-03C9-18DC-27A0DF5D7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E8EEBDA0-D54E-CC12-F8AD-BC60338040ED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371B1358-85C5-059F-0E8E-EEA0B904F23C}"/>
              </a:ext>
            </a:extLst>
          </p:cNvPr>
          <p:cNvSpPr txBox="1"/>
          <p:nvPr/>
        </p:nvSpPr>
        <p:spPr>
          <a:xfrm>
            <a:off x="43364" y="2706277"/>
            <a:ext cx="330938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3600" dirty="0">
                <a:solidFill>
                  <a:schemeClr val="tx1">
                    <a:lumMod val="75000"/>
                  </a:schemeClr>
                </a:solidFill>
                <a:latin typeface="+mj-lt"/>
                <a:sym typeface="Caveat"/>
              </a:rPr>
              <a:t>Relevance of APIs for your discipline</a:t>
            </a:r>
            <a:endParaRPr sz="14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B1AF2CD9-5428-4D02-5858-86DBB57AB77B}"/>
              </a:ext>
            </a:extLst>
          </p:cNvPr>
          <p:cNvSpPr/>
          <p:nvPr/>
        </p:nvSpPr>
        <p:spPr>
          <a:xfrm>
            <a:off x="-3512850" y="-21960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50D923EA-E0E3-9F63-DF57-4578D385227C}"/>
              </a:ext>
            </a:extLst>
          </p:cNvPr>
          <p:cNvGrpSpPr/>
          <p:nvPr/>
        </p:nvGrpSpPr>
        <p:grpSpPr>
          <a:xfrm>
            <a:off x="1610352" y="12429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18523642-CE52-E254-A20D-A55C0FDC3DAB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200"/>
              </a:pPr>
              <a:r>
                <a:rPr lang="en-US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Why APIs are relevant for research</a:t>
              </a:r>
              <a:endParaRPr lang="en-US" sz="1900" dirty="0"/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4CDBFE82-04EB-0F88-237C-DD04C68FF412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F75FBDCE-E417-E4D6-9BFE-4C9851745E97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04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FC845CE0-1161-51DD-F7AB-4EF7139F10DF}"/>
              </a:ext>
            </a:extLst>
          </p:cNvPr>
          <p:cNvSpPr/>
          <p:nvPr/>
        </p:nvSpPr>
        <p:spPr>
          <a:xfrm>
            <a:off x="5696291" y="857816"/>
            <a:ext cx="4638406" cy="2341385"/>
          </a:xfrm>
          <a:prstGeom prst="wedgeEllipseCallout">
            <a:avLst>
              <a:gd name="adj1" fmla="val 60741"/>
              <a:gd name="adj2" fmla="val 936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600" dirty="0" err="1"/>
              <a:t>Climate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atmospheric</a:t>
            </a:r>
            <a:r>
              <a:rPr lang="nl-NL" sz="1600" dirty="0"/>
              <a:t> research </a:t>
            </a:r>
            <a:r>
              <a:rPr lang="nl-NL" sz="1600" dirty="0" err="1"/>
              <a:t>often</a:t>
            </a:r>
            <a:r>
              <a:rPr lang="nl-NL" sz="1600" dirty="0"/>
              <a:t> </a:t>
            </a:r>
            <a:r>
              <a:rPr lang="nl-NL" sz="1600" dirty="0" err="1"/>
              <a:t>depends</a:t>
            </a:r>
            <a:r>
              <a:rPr lang="nl-NL" sz="1600" dirty="0"/>
              <a:t> on </a:t>
            </a:r>
            <a:r>
              <a:rPr lang="nl-NL" sz="1600" b="1" dirty="0"/>
              <a:t>large, </a:t>
            </a:r>
            <a:r>
              <a:rPr lang="nl-NL" sz="1600" b="1" dirty="0" err="1"/>
              <a:t>distributed</a:t>
            </a:r>
            <a:r>
              <a:rPr lang="nl-NL" sz="1600" b="1" dirty="0"/>
              <a:t>, </a:t>
            </a:r>
            <a:r>
              <a:rPr lang="nl-NL" sz="1600" b="1" dirty="0" err="1"/>
              <a:t>and</a:t>
            </a:r>
            <a:r>
              <a:rPr lang="nl-NL" sz="1600" b="1" dirty="0"/>
              <a:t> </a:t>
            </a:r>
            <a:r>
              <a:rPr lang="nl-NL" sz="1600" b="1" dirty="0" err="1"/>
              <a:t>continuously</a:t>
            </a:r>
            <a:r>
              <a:rPr lang="nl-NL" sz="1600" b="1" dirty="0"/>
              <a:t> </a:t>
            </a:r>
            <a:r>
              <a:rPr lang="nl-NL" sz="1600" b="1" dirty="0" err="1"/>
              <a:t>updated</a:t>
            </a:r>
            <a:r>
              <a:rPr lang="nl-NL" sz="1600" b="1" dirty="0"/>
              <a:t> datasets</a:t>
            </a:r>
            <a:r>
              <a:rPr lang="nl-NL" sz="1600" dirty="0"/>
              <a:t> </a:t>
            </a:r>
            <a:r>
              <a:rPr lang="nl-NL" sz="1600" dirty="0" err="1"/>
              <a:t>produced</a:t>
            </a:r>
            <a:r>
              <a:rPr lang="nl-NL" sz="1600" dirty="0"/>
              <a:t> </a:t>
            </a:r>
            <a:r>
              <a:rPr lang="nl-NL" sz="1600" dirty="0" err="1"/>
              <a:t>by</a:t>
            </a:r>
            <a:r>
              <a:rPr lang="nl-NL" sz="1600" dirty="0"/>
              <a:t> </a:t>
            </a:r>
            <a:r>
              <a:rPr lang="nl-NL" sz="1600" dirty="0" err="1"/>
              <a:t>satellites</a:t>
            </a:r>
            <a:r>
              <a:rPr lang="nl-NL" sz="1600" dirty="0"/>
              <a:t>, radar systems, </a:t>
            </a:r>
            <a:r>
              <a:rPr lang="nl-NL" sz="1600" dirty="0" err="1"/>
              <a:t>weather</a:t>
            </a:r>
            <a:r>
              <a:rPr lang="nl-NL" sz="1600" dirty="0"/>
              <a:t> stations, </a:t>
            </a:r>
            <a:r>
              <a:rPr lang="nl-NL" sz="1600" dirty="0" err="1"/>
              <a:t>numerical</a:t>
            </a:r>
            <a:r>
              <a:rPr lang="nl-NL" sz="1600" dirty="0"/>
              <a:t> </a:t>
            </a:r>
            <a:r>
              <a:rPr lang="nl-NL" sz="1600" dirty="0" err="1"/>
              <a:t>models</a:t>
            </a:r>
            <a:r>
              <a:rPr lang="nl-NL" sz="1600" dirty="0"/>
              <a:t>, </a:t>
            </a:r>
            <a:r>
              <a:rPr lang="nl-NL" sz="1600" dirty="0" err="1"/>
              <a:t>and</a:t>
            </a:r>
            <a:r>
              <a:rPr lang="nl-NL" sz="1600" dirty="0"/>
              <a:t> research </a:t>
            </a:r>
            <a:r>
              <a:rPr lang="nl-NL" sz="1600" dirty="0" err="1"/>
              <a:t>infrastructures</a:t>
            </a:r>
            <a:r>
              <a:rPr lang="nl-NL" sz="1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04754-FF95-6F20-42D0-5E454BB8D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680" y="1281972"/>
            <a:ext cx="3467100" cy="52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5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8B4D2F1-3A04-D807-6D7E-9B137F4F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C7C57DA6-79D3-6A3C-BD79-23CFBF41B20C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D57FECED-D9C4-C28B-E725-C7160A24D38A}"/>
              </a:ext>
            </a:extLst>
          </p:cNvPr>
          <p:cNvSpPr/>
          <p:nvPr/>
        </p:nvSpPr>
        <p:spPr>
          <a:xfrm>
            <a:off x="-3512850" y="-21960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3608AEAF-DF8F-1338-70D7-2942FD24F7FB}"/>
              </a:ext>
            </a:extLst>
          </p:cNvPr>
          <p:cNvGrpSpPr/>
          <p:nvPr/>
        </p:nvGrpSpPr>
        <p:grpSpPr>
          <a:xfrm>
            <a:off x="1610352" y="12429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FB9B2375-5738-8B1D-1398-7204767F1F12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200"/>
              </a:pPr>
              <a:r>
                <a:rPr lang="en-US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Why APIs are relevant for research</a:t>
              </a:r>
              <a:endParaRPr lang="en-US" sz="1900" dirty="0"/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33689EA9-4143-706D-DD84-25A10EB0DCBF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58E270FF-0C91-88DB-A370-989D2F764B14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04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A7792457-76E2-9E3D-4266-C1D45F80BBA4}"/>
              </a:ext>
            </a:extLst>
          </p:cNvPr>
          <p:cNvSpPr/>
          <p:nvPr/>
        </p:nvSpPr>
        <p:spPr>
          <a:xfrm>
            <a:off x="5696291" y="857816"/>
            <a:ext cx="4638406" cy="2341385"/>
          </a:xfrm>
          <a:prstGeom prst="wedgeEllipseCallout">
            <a:avLst>
              <a:gd name="adj1" fmla="val 60741"/>
              <a:gd name="adj2" fmla="val 936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600" dirty="0" err="1"/>
              <a:t>Climate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atmospheric</a:t>
            </a:r>
            <a:r>
              <a:rPr lang="nl-NL" sz="1600" dirty="0"/>
              <a:t> research </a:t>
            </a:r>
            <a:r>
              <a:rPr lang="nl-NL" sz="1600" dirty="0" err="1"/>
              <a:t>often</a:t>
            </a:r>
            <a:r>
              <a:rPr lang="nl-NL" sz="1600" dirty="0"/>
              <a:t> </a:t>
            </a:r>
            <a:r>
              <a:rPr lang="nl-NL" sz="1600" dirty="0" err="1"/>
              <a:t>depends</a:t>
            </a:r>
            <a:r>
              <a:rPr lang="nl-NL" sz="1600" dirty="0"/>
              <a:t> on </a:t>
            </a:r>
            <a:r>
              <a:rPr lang="nl-NL" sz="1600" b="1" dirty="0"/>
              <a:t>large, </a:t>
            </a:r>
            <a:r>
              <a:rPr lang="nl-NL" sz="1600" b="1" dirty="0" err="1"/>
              <a:t>distributed</a:t>
            </a:r>
            <a:r>
              <a:rPr lang="nl-NL" sz="1600" b="1" dirty="0"/>
              <a:t>, </a:t>
            </a:r>
            <a:r>
              <a:rPr lang="nl-NL" sz="1600" b="1" dirty="0" err="1"/>
              <a:t>and</a:t>
            </a:r>
            <a:r>
              <a:rPr lang="nl-NL" sz="1600" b="1" dirty="0"/>
              <a:t> </a:t>
            </a:r>
            <a:r>
              <a:rPr lang="nl-NL" sz="1600" b="1" dirty="0" err="1"/>
              <a:t>continuously</a:t>
            </a:r>
            <a:r>
              <a:rPr lang="nl-NL" sz="1600" b="1" dirty="0"/>
              <a:t> </a:t>
            </a:r>
            <a:r>
              <a:rPr lang="nl-NL" sz="1600" b="1" dirty="0" err="1"/>
              <a:t>updated</a:t>
            </a:r>
            <a:r>
              <a:rPr lang="nl-NL" sz="1600" b="1" dirty="0"/>
              <a:t> datasets</a:t>
            </a:r>
            <a:r>
              <a:rPr lang="nl-NL" sz="1600" dirty="0"/>
              <a:t> </a:t>
            </a:r>
            <a:r>
              <a:rPr lang="nl-NL" sz="1600" dirty="0" err="1"/>
              <a:t>produced</a:t>
            </a:r>
            <a:r>
              <a:rPr lang="nl-NL" sz="1600" dirty="0"/>
              <a:t> </a:t>
            </a:r>
            <a:r>
              <a:rPr lang="nl-NL" sz="1600" dirty="0" err="1"/>
              <a:t>by</a:t>
            </a:r>
            <a:r>
              <a:rPr lang="nl-NL" sz="1600" dirty="0"/>
              <a:t> </a:t>
            </a:r>
            <a:r>
              <a:rPr lang="nl-NL" sz="1600" dirty="0" err="1"/>
              <a:t>satellites</a:t>
            </a:r>
            <a:r>
              <a:rPr lang="nl-NL" sz="1600" dirty="0"/>
              <a:t>, radar systems, </a:t>
            </a:r>
            <a:r>
              <a:rPr lang="nl-NL" sz="1600" dirty="0" err="1"/>
              <a:t>weather</a:t>
            </a:r>
            <a:r>
              <a:rPr lang="nl-NL" sz="1600" dirty="0"/>
              <a:t> stations, </a:t>
            </a:r>
            <a:r>
              <a:rPr lang="nl-NL" sz="1600" dirty="0" err="1"/>
              <a:t>numerical</a:t>
            </a:r>
            <a:r>
              <a:rPr lang="nl-NL" sz="1600" dirty="0"/>
              <a:t> </a:t>
            </a:r>
            <a:r>
              <a:rPr lang="nl-NL" sz="1600" dirty="0" err="1"/>
              <a:t>models</a:t>
            </a:r>
            <a:r>
              <a:rPr lang="nl-NL" sz="1600" dirty="0"/>
              <a:t>, </a:t>
            </a:r>
            <a:r>
              <a:rPr lang="nl-NL" sz="1600" dirty="0" err="1"/>
              <a:t>and</a:t>
            </a:r>
            <a:r>
              <a:rPr lang="nl-NL" sz="1600" dirty="0"/>
              <a:t> research </a:t>
            </a:r>
            <a:r>
              <a:rPr lang="nl-NL" sz="1600" dirty="0" err="1"/>
              <a:t>infrastructures</a:t>
            </a:r>
            <a:r>
              <a:rPr lang="nl-NL" sz="1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44CD5-A7D4-E2C4-9E73-40D7BCC7F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680" y="1281972"/>
            <a:ext cx="3467100" cy="52006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75C93C-8B7D-FF3F-AA75-23930DDC54DB}"/>
              </a:ext>
            </a:extLst>
          </p:cNvPr>
          <p:cNvSpPr/>
          <p:nvPr/>
        </p:nvSpPr>
        <p:spPr>
          <a:xfrm>
            <a:off x="3732558" y="3956384"/>
            <a:ext cx="1458411" cy="92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Query a data service from radar observations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2159C2-AD8C-8091-9E22-2EE18FCCE247}"/>
              </a:ext>
            </a:extLst>
          </p:cNvPr>
          <p:cNvSpPr/>
          <p:nvPr/>
        </p:nvSpPr>
        <p:spPr>
          <a:xfrm>
            <a:off x="6015975" y="3956384"/>
            <a:ext cx="1662173" cy="9259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Retrieve metadata and identify data files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2D0968-65D4-8642-516D-F2F9D9F52601}"/>
              </a:ext>
            </a:extLst>
          </p:cNvPr>
          <p:cNvSpPr/>
          <p:nvPr/>
        </p:nvSpPr>
        <p:spPr>
          <a:xfrm>
            <a:off x="8543029" y="3940766"/>
            <a:ext cx="1662173" cy="92597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Process the selected data in Python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A8F32E-61B7-0F9E-1EC3-CB681F9A7F8F}"/>
              </a:ext>
            </a:extLst>
          </p:cNvPr>
          <p:cNvSpPr/>
          <p:nvPr/>
        </p:nvSpPr>
        <p:spPr>
          <a:xfrm>
            <a:off x="8543029" y="5639542"/>
            <a:ext cx="1662173" cy="92597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Generate derived products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8D0DAC-E08D-237F-29B5-E0CD6DA04FB1}"/>
              </a:ext>
            </a:extLst>
          </p:cNvPr>
          <p:cNvSpPr/>
          <p:nvPr/>
        </p:nvSpPr>
        <p:spPr>
          <a:xfrm>
            <a:off x="5791901" y="5639542"/>
            <a:ext cx="1805676" cy="9259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Publish the results and metadata to a research repository</a:t>
            </a:r>
            <a:endParaRPr lang="nl-NL" sz="1400" dirty="0">
              <a:solidFill>
                <a:schemeClr val="tx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6EBC8C0-DA54-6CAF-A92D-DE1998C0041F}"/>
              </a:ext>
            </a:extLst>
          </p:cNvPr>
          <p:cNvCxnSpPr>
            <a:stCxn id="7" idx="3"/>
          </p:cNvCxnSpPr>
          <p:nvPr/>
        </p:nvCxnSpPr>
        <p:spPr>
          <a:xfrm flipV="1">
            <a:off x="5190969" y="4419371"/>
            <a:ext cx="7823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06459C-800C-5055-0C01-769DB844FAD7}"/>
              </a:ext>
            </a:extLst>
          </p:cNvPr>
          <p:cNvCxnSpPr>
            <a:stCxn id="8" idx="3"/>
          </p:cNvCxnSpPr>
          <p:nvPr/>
        </p:nvCxnSpPr>
        <p:spPr>
          <a:xfrm flipV="1">
            <a:off x="7678148" y="4419371"/>
            <a:ext cx="86488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C95011-7EEF-F57C-1373-0FC17AD63D4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374116" y="4866741"/>
            <a:ext cx="0" cy="709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41B901-0FFE-C146-F3E0-B36590A8F7DC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7597577" y="6102530"/>
            <a:ext cx="9454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8D4A43-C1CF-C2E5-29D5-B53A9B069C26}"/>
              </a:ext>
            </a:extLst>
          </p:cNvPr>
          <p:cNvSpPr txBox="1"/>
          <p:nvPr/>
        </p:nvSpPr>
        <p:spPr>
          <a:xfrm>
            <a:off x="3799719" y="3317957"/>
            <a:ext cx="213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typical workflow: </a:t>
            </a:r>
            <a:endParaRPr lang="nl-NL" dirty="0"/>
          </a:p>
        </p:txBody>
      </p:sp>
      <p:sp>
        <p:nvSpPr>
          <p:cNvPr id="22" name="Google Shape;159;p25">
            <a:extLst>
              <a:ext uri="{FF2B5EF4-FFF2-40B4-BE49-F238E27FC236}">
                <a16:creationId xmlns:a16="http://schemas.microsoft.com/office/drawing/2014/main" id="{B458D167-7E93-32B5-E827-2C78BAA245FE}"/>
              </a:ext>
            </a:extLst>
          </p:cNvPr>
          <p:cNvSpPr txBox="1"/>
          <p:nvPr/>
        </p:nvSpPr>
        <p:spPr>
          <a:xfrm>
            <a:off x="43364" y="2706277"/>
            <a:ext cx="330938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3600" dirty="0">
                <a:solidFill>
                  <a:schemeClr val="tx1">
                    <a:lumMod val="75000"/>
                  </a:schemeClr>
                </a:solidFill>
                <a:latin typeface="+mj-lt"/>
                <a:sym typeface="Caveat"/>
              </a:rPr>
              <a:t>Relevance of APIs for your discipline</a:t>
            </a:r>
            <a:endParaRPr sz="14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438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2D29368B-41E0-7D34-D9DB-1C8A613F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B1910568-CBA3-BFA6-7082-1EBD4F606E22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B67A1-A258-F3B5-F4D2-BC7FEAB475A6}"/>
              </a:ext>
            </a:extLst>
          </p:cNvPr>
          <p:cNvSpPr txBox="1"/>
          <p:nvPr/>
        </p:nvSpPr>
        <p:spPr>
          <a:xfrm>
            <a:off x="3865001" y="1340005"/>
            <a:ext cx="4535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True or False Exercise</a:t>
            </a:r>
            <a:endParaRPr lang="nl-NL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7D45D-0004-824B-3680-7A71FEC97B3F}"/>
              </a:ext>
            </a:extLst>
          </p:cNvPr>
          <p:cNvSpPr txBox="1"/>
          <p:nvPr/>
        </p:nvSpPr>
        <p:spPr>
          <a:xfrm>
            <a:off x="2746094" y="2711232"/>
            <a:ext cx="8018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i="1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https://4turesearchdata-carpentries.github.io/interoperability-climate-sciences/technical-interoperability.html</a:t>
            </a:r>
            <a:endParaRPr lang="nl-NL" i="1" u="sng" dirty="0"/>
          </a:p>
        </p:txBody>
      </p:sp>
    </p:spTree>
    <p:extLst>
      <p:ext uri="{BB962C8B-B14F-4D97-AF65-F5344CB8AC3E}">
        <p14:creationId xmlns:p14="http://schemas.microsoft.com/office/powerpoint/2010/main" val="633398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F5C7C987-7CAD-1E55-518F-504FF1F9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DDCA7B63-7494-5B8E-4BC3-739844D9156E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231352-828B-906A-6BD5-74F7AF552ED0}"/>
              </a:ext>
            </a:extLst>
          </p:cNvPr>
          <p:cNvSpPr txBox="1"/>
          <p:nvPr/>
        </p:nvSpPr>
        <p:spPr>
          <a:xfrm>
            <a:off x="2489540" y="1258982"/>
            <a:ext cx="754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Hands on 4TU.ResearchData Web API</a:t>
            </a:r>
            <a:endParaRPr lang="nl-NL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4F407-466F-BC3D-6B23-B5FC69E090D3}"/>
              </a:ext>
            </a:extLst>
          </p:cNvPr>
          <p:cNvSpPr txBox="1"/>
          <p:nvPr/>
        </p:nvSpPr>
        <p:spPr>
          <a:xfrm>
            <a:off x="1426521" y="2736696"/>
            <a:ext cx="96666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The Unix terminal allows HTTP requests using `</a:t>
            </a:r>
            <a:r>
              <a:rPr lang="en-US" b="1" i="1" dirty="0">
                <a:solidFill>
                  <a:schemeClr val="tx1">
                    <a:lumMod val="75000"/>
                  </a:schemeClr>
                </a:solidFill>
              </a:rPr>
              <a:t>curl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`.</a:t>
            </a:r>
          </a:p>
          <a:p>
            <a:pPr>
              <a:defRPr sz="2000"/>
            </a:pP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 sz="2000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`</a:t>
            </a:r>
            <a:r>
              <a:rPr lang="en-US" b="1" i="1" dirty="0">
                <a:solidFill>
                  <a:schemeClr val="tx1">
                    <a:lumMod val="75000"/>
                  </a:schemeClr>
                </a:solidFill>
              </a:rPr>
              <a:t>curl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` = client URL: send requests and receive responses.</a:t>
            </a:r>
          </a:p>
          <a:p>
            <a:pPr>
              <a:defRPr sz="2000"/>
            </a:pP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 sz="2000"/>
            </a:pP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 sz="2000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CURL Anatomy:</a:t>
            </a:r>
          </a:p>
          <a:p>
            <a:pPr>
              <a:defRPr sz="2000"/>
            </a:pP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 sz="2000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curl -X </a:t>
            </a:r>
            <a:r>
              <a:rPr lang="en-US" sz="1600" b="1" dirty="0">
                <a:solidFill>
                  <a:schemeClr val="tx1">
                    <a:lumMod val="75000"/>
                  </a:schemeClr>
                </a:solidFill>
              </a:rPr>
              <a:t>&lt;HTTP_METHOD&gt; </a:t>
            </a:r>
            <a:r>
              <a:rPr lang="en-US" sz="1600" dirty="0">
                <a:solidFill>
                  <a:schemeClr val="tx1">
                    <a:lumMod val="75000"/>
                  </a:schemeClr>
                </a:solidFill>
              </a:rPr>
              <a:t>&lt;URL&gt;  -H "&lt;HEADER_KEY&gt;: &lt;HEADER_VALUE&gt;"   -d '&lt;BODY_DATA&gt;'</a:t>
            </a:r>
          </a:p>
          <a:p>
            <a:pPr>
              <a:defRPr sz="2000"/>
            </a:pP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 sz="2000"/>
            </a:pPr>
            <a:endParaRPr lang="en-US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183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ABEEC57-1647-51E8-D14E-53DAABCF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2FF0606A-DD7A-4EFC-78B1-ACF9013151DA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22DD8-65A8-4B07-3E2A-2EDA4D09D804}"/>
              </a:ext>
            </a:extLst>
          </p:cNvPr>
          <p:cNvSpPr txBox="1"/>
          <p:nvPr/>
        </p:nvSpPr>
        <p:spPr>
          <a:xfrm>
            <a:off x="2489540" y="1258982"/>
            <a:ext cx="754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Hands on 4TU.ResearchData Web API</a:t>
            </a:r>
            <a:endParaRPr lang="nl-NL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C26B20-CE7E-9D43-E0BC-3C174B11EBFC}"/>
              </a:ext>
            </a:extLst>
          </p:cNvPr>
          <p:cNvSpPr txBox="1"/>
          <p:nvPr/>
        </p:nvSpPr>
        <p:spPr>
          <a:xfrm>
            <a:off x="1689904" y="2858947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Open your Unix terminal 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5AF6E-4359-A1DD-BD53-4A5EAB23F287}"/>
              </a:ext>
            </a:extLst>
          </p:cNvPr>
          <p:cNvSpPr txBox="1"/>
          <p:nvPr/>
        </p:nvSpPr>
        <p:spPr>
          <a:xfrm>
            <a:off x="1414551" y="4030421"/>
            <a:ext cx="9951788" cy="22929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Exercise : Checking the connection with the </a:t>
            </a:r>
            <a:br>
              <a:rPr lang="en-US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server using the web browser and CURL  in the Unix terminal</a:t>
            </a:r>
          </a:p>
          <a:p>
            <a:pPr algn="ctr"/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Open a web browser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and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write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en-US" sz="1600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</a:t>
            </a:r>
            <a:endParaRPr lang="en-US" sz="1600" b="1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One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the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 Unix terminal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and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write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:</a:t>
            </a:r>
            <a:br>
              <a:rPr lang="nl-NL" sz="1600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nl-NL" sz="1400" b="1" i="1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curl</a:t>
            </a:r>
            <a:r>
              <a:rPr lang="nl-NL" sz="14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–X GET </a:t>
            </a:r>
            <a:r>
              <a:rPr lang="en-US" sz="14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 | </a:t>
            </a:r>
            <a:r>
              <a:rPr lang="en-US" sz="1400" b="1" i="1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jq</a:t>
            </a:r>
            <a:r>
              <a:rPr lang="en-US" sz="14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b="1" i="1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nl-NL" sz="1100" b="1" i="1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How are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both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 responses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compared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to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each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tx1">
                    <a:lumMod val="75000"/>
                  </a:schemeClr>
                </a:solidFill>
              </a:rPr>
              <a:t>other</a:t>
            </a:r>
            <a:r>
              <a:rPr lang="nl-NL" sz="1600" dirty="0">
                <a:solidFill>
                  <a:schemeClr val="tx1">
                    <a:lumMod val="75000"/>
                  </a:schemeClr>
                </a:solidFill>
              </a:rPr>
              <a:t>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FA5F6-78C6-906A-E5F6-8F81FF599D8D}"/>
              </a:ext>
            </a:extLst>
          </p:cNvPr>
          <p:cNvSpPr txBox="1"/>
          <p:nvPr/>
        </p:nvSpPr>
        <p:spPr>
          <a:xfrm>
            <a:off x="7480141" y="2305911"/>
            <a:ext cx="42334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sz="2000" dirty="0"/>
              <a:t>base URL] : </a:t>
            </a:r>
            <a:r>
              <a:rPr lang="en-US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</a:t>
            </a:r>
            <a:endParaRPr lang="en-US" sz="2000" dirty="0"/>
          </a:p>
          <a:p>
            <a:pPr algn="ctr">
              <a:defRPr sz="2000"/>
            </a:pPr>
            <a:endParaRPr lang="en-US" sz="2000" dirty="0"/>
          </a:p>
          <a:p>
            <a:pPr algn="ctr">
              <a:defRPr sz="2000"/>
            </a:pPr>
            <a:r>
              <a:rPr lang="en-US" sz="2000" dirty="0"/>
              <a:t>[specific resource </a:t>
            </a:r>
            <a:r>
              <a:rPr lang="en-US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URL:endpoint</a:t>
            </a:r>
            <a:r>
              <a:rPr lang="en-US" sz="2000" dirty="0"/>
              <a:t>]: </a:t>
            </a:r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742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Inbetween Title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984</Words>
  <Application>Microsoft Office PowerPoint</Application>
  <PresentationFormat>Widescreen</PresentationFormat>
  <Paragraphs>141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Consolas</vt:lpstr>
      <vt:lpstr>Inter Light</vt:lpstr>
      <vt:lpstr>Quattrocento Sans</vt:lpstr>
      <vt:lpstr>Roboto Medium</vt:lpstr>
      <vt:lpstr>Space Grotesk</vt:lpstr>
      <vt:lpstr>Inbetween 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2</cp:revision>
  <dcterms:created xsi:type="dcterms:W3CDTF">2026-08-27T07:48:58Z</dcterms:created>
  <dcterms:modified xsi:type="dcterms:W3CDTF">2026-09-23T08:18:40Z</dcterms:modified>
</cp:coreProperties>
</file>