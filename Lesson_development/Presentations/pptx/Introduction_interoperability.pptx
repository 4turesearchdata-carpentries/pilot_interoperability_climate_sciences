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13" r:id="rId2"/>
    <p:sldId id="314" r:id="rId3"/>
    <p:sldId id="316" r:id="rId4"/>
    <p:sldId id="315" r:id="rId5"/>
    <p:sldId id="319" r:id="rId6"/>
    <p:sldId id="320" r:id="rId7"/>
    <p:sldId id="321" r:id="rId8"/>
    <p:sldId id="322" r:id="rId9"/>
    <p:sldId id="317" r:id="rId10"/>
    <p:sldId id="323" r:id="rId11"/>
    <p:sldId id="324" r:id="rId12"/>
    <p:sldId id="325" r:id="rId13"/>
    <p:sldId id="326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8A2825-535D-4123-82A8-D6433514427B}" v="58" dt="2026-08-27T11:01:04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6" autoAdjust="0"/>
    <p:restoredTop sz="78692" autoAdjust="0"/>
  </p:normalViewPr>
  <p:slideViewPr>
    <p:cSldViewPr snapToGrid="0" showGuides="1">
      <p:cViewPr varScale="1">
        <p:scale>
          <a:sx n="83" d="100"/>
          <a:sy n="83" d="100"/>
        </p:scale>
        <p:origin x="159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1E9E03C1-E5D4-4BEC-8EBD-C4DD5262B379}"/>
    <pc:docChg chg="undo custSel addSld modSld sldOrd">
      <pc:chgData name="Leila Iñigo de la Cruz" userId="fae4ed0d-52e1-4e8b-ac73-77e0b7235c9a" providerId="ADAL" clId="{1E9E03C1-E5D4-4BEC-8EBD-C4DD5262B379}" dt="2026-08-27T12:00:38.397" v="1730" actId="20577"/>
      <pc:docMkLst>
        <pc:docMk/>
      </pc:docMkLst>
      <pc:sldChg chg="addSp delSp modSp mod modAnim modNotesTx">
        <pc:chgData name="Leila Iñigo de la Cruz" userId="fae4ed0d-52e1-4e8b-ac73-77e0b7235c9a" providerId="ADAL" clId="{1E9E03C1-E5D4-4BEC-8EBD-C4DD5262B379}" dt="2026-08-27T10:32:31.357" v="796" actId="554"/>
        <pc:sldMkLst>
          <pc:docMk/>
          <pc:sldMk cId="3218726059" sldId="317"/>
        </pc:sldMkLst>
        <pc:spChg chg="add mod">
          <ac:chgData name="Leila Iñigo de la Cruz" userId="fae4ed0d-52e1-4e8b-ac73-77e0b7235c9a" providerId="ADAL" clId="{1E9E03C1-E5D4-4BEC-8EBD-C4DD5262B379}" dt="2026-08-27T08:57:18.719" v="144" actId="207"/>
          <ac:spMkLst>
            <pc:docMk/>
            <pc:sldMk cId="3218726059" sldId="317"/>
            <ac:spMk id="2" creationId="{9D7B1E1B-A35E-F21A-8FEA-F1234EE688F8}"/>
          </ac:spMkLst>
        </pc:spChg>
        <pc:spChg chg="add mod">
          <ac:chgData name="Leila Iñigo de la Cruz" userId="fae4ed0d-52e1-4e8b-ac73-77e0b7235c9a" providerId="ADAL" clId="{1E9E03C1-E5D4-4BEC-8EBD-C4DD5262B379}" dt="2026-08-27T10:32:23.939" v="795" actId="552"/>
          <ac:spMkLst>
            <pc:docMk/>
            <pc:sldMk cId="3218726059" sldId="317"/>
            <ac:spMk id="6" creationId="{B84F48F6-5308-DF55-B8E7-5A6A8D0A1E70}"/>
          </ac:spMkLst>
        </pc:spChg>
        <pc:spChg chg="add mod">
          <ac:chgData name="Leila Iñigo de la Cruz" userId="fae4ed0d-52e1-4e8b-ac73-77e0b7235c9a" providerId="ADAL" clId="{1E9E03C1-E5D4-4BEC-8EBD-C4DD5262B379}" dt="2026-08-27T10:10:40.573" v="260" actId="20577"/>
          <ac:spMkLst>
            <pc:docMk/>
            <pc:sldMk cId="3218726059" sldId="317"/>
            <ac:spMk id="8" creationId="{B96C7492-FFE0-F679-3084-8217303EB3D7}"/>
          </ac:spMkLst>
        </pc:spChg>
        <pc:spChg chg="del">
          <ac:chgData name="Leila Iñigo de la Cruz" userId="fae4ed0d-52e1-4e8b-ac73-77e0b7235c9a" providerId="ADAL" clId="{1E9E03C1-E5D4-4BEC-8EBD-C4DD5262B379}" dt="2026-08-27T08:56:50.746" v="119" actId="478"/>
          <ac:spMkLst>
            <pc:docMk/>
            <pc:sldMk cId="3218726059" sldId="317"/>
            <ac:spMk id="9" creationId="{DC0B9BA8-4943-AC14-3232-2A2C54462777}"/>
          </ac:spMkLst>
        </pc:spChg>
        <pc:spChg chg="add mod">
          <ac:chgData name="Leila Iñigo de la Cruz" userId="fae4ed0d-52e1-4e8b-ac73-77e0b7235c9a" providerId="ADAL" clId="{1E9E03C1-E5D4-4BEC-8EBD-C4DD5262B379}" dt="2026-08-27T10:11:11.784" v="281" actId="1076"/>
          <ac:spMkLst>
            <pc:docMk/>
            <pc:sldMk cId="3218726059" sldId="317"/>
            <ac:spMk id="13" creationId="{D32E9FC1-B781-3AB1-52DD-6833C4FF0C0A}"/>
          </ac:spMkLst>
        </pc:spChg>
        <pc:spChg chg="del">
          <ac:chgData name="Leila Iñigo de la Cruz" userId="fae4ed0d-52e1-4e8b-ac73-77e0b7235c9a" providerId="ADAL" clId="{1E9E03C1-E5D4-4BEC-8EBD-C4DD5262B379}" dt="2026-08-27T08:56:49.131" v="118" actId="478"/>
          <ac:spMkLst>
            <pc:docMk/>
            <pc:sldMk cId="3218726059" sldId="317"/>
            <ac:spMk id="14" creationId="{88430136-9526-1BD8-E2E3-858F520D7D13}"/>
          </ac:spMkLst>
        </pc:spChg>
        <pc:spChg chg="add mod">
          <ac:chgData name="Leila Iñigo de la Cruz" userId="fae4ed0d-52e1-4e8b-ac73-77e0b7235c9a" providerId="ADAL" clId="{1E9E03C1-E5D4-4BEC-8EBD-C4DD5262B379}" dt="2026-08-27T10:32:31.357" v="796" actId="554"/>
          <ac:spMkLst>
            <pc:docMk/>
            <pc:sldMk cId="3218726059" sldId="317"/>
            <ac:spMk id="16" creationId="{E88EAEAC-4154-BEDC-5BC3-5DD92AB5EB3A}"/>
          </ac:spMkLst>
        </pc:spChg>
        <pc:spChg chg="add mod">
          <ac:chgData name="Leila Iñigo de la Cruz" userId="fae4ed0d-52e1-4e8b-ac73-77e0b7235c9a" providerId="ADAL" clId="{1E9E03C1-E5D4-4BEC-8EBD-C4DD5262B379}" dt="2026-08-27T10:13:25.688" v="349" actId="1076"/>
          <ac:spMkLst>
            <pc:docMk/>
            <pc:sldMk cId="3218726059" sldId="317"/>
            <ac:spMk id="18" creationId="{51A55E4C-063C-693D-06CB-1E57CBCAC451}"/>
          </ac:spMkLst>
        </pc:spChg>
        <pc:spChg chg="add mod">
          <ac:chgData name="Leila Iñigo de la Cruz" userId="fae4ed0d-52e1-4e8b-ac73-77e0b7235c9a" providerId="ADAL" clId="{1E9E03C1-E5D4-4BEC-8EBD-C4DD5262B379}" dt="2026-08-27T10:32:23.939" v="795" actId="552"/>
          <ac:spMkLst>
            <pc:docMk/>
            <pc:sldMk cId="3218726059" sldId="317"/>
            <ac:spMk id="20" creationId="{F7270C9A-A50D-5DD4-A69B-240E6FEE8CF9}"/>
          </ac:spMkLst>
        </pc:spChg>
        <pc:spChg chg="add mod">
          <ac:chgData name="Leila Iñigo de la Cruz" userId="fae4ed0d-52e1-4e8b-ac73-77e0b7235c9a" providerId="ADAL" clId="{1E9E03C1-E5D4-4BEC-8EBD-C4DD5262B379}" dt="2026-08-27T10:11:06.822" v="280" actId="20577"/>
          <ac:spMkLst>
            <pc:docMk/>
            <pc:sldMk cId="3218726059" sldId="317"/>
            <ac:spMk id="21" creationId="{0DD3C7F0-6CB0-17DD-5632-F51678F84CD0}"/>
          </ac:spMkLst>
        </pc:spChg>
        <pc:spChg chg="add mod">
          <ac:chgData name="Leila Iñigo de la Cruz" userId="fae4ed0d-52e1-4e8b-ac73-77e0b7235c9a" providerId="ADAL" clId="{1E9E03C1-E5D4-4BEC-8EBD-C4DD5262B379}" dt="2026-08-27T10:15:36.102" v="401" actId="554"/>
          <ac:spMkLst>
            <pc:docMk/>
            <pc:sldMk cId="3218726059" sldId="317"/>
            <ac:spMk id="23" creationId="{9B8EEE64-8675-604B-3D07-8BCAB80C2CC4}"/>
          </ac:spMkLst>
        </pc:spChg>
        <pc:spChg chg="add mod">
          <ac:chgData name="Leila Iñigo de la Cruz" userId="fae4ed0d-52e1-4e8b-ac73-77e0b7235c9a" providerId="ADAL" clId="{1E9E03C1-E5D4-4BEC-8EBD-C4DD5262B379}" dt="2026-08-27T10:12:20.396" v="286" actId="1076"/>
          <ac:spMkLst>
            <pc:docMk/>
            <pc:sldMk cId="3218726059" sldId="317"/>
            <ac:spMk id="25" creationId="{73A0F676-41F0-0467-DEAE-ACF3AACE5038}"/>
          </ac:spMkLst>
        </pc:spChg>
        <pc:spChg chg="add mod">
          <ac:chgData name="Leila Iñigo de la Cruz" userId="fae4ed0d-52e1-4e8b-ac73-77e0b7235c9a" providerId="ADAL" clId="{1E9E03C1-E5D4-4BEC-8EBD-C4DD5262B379}" dt="2026-08-27T10:32:31.357" v="796" actId="554"/>
          <ac:spMkLst>
            <pc:docMk/>
            <pc:sldMk cId="3218726059" sldId="317"/>
            <ac:spMk id="27" creationId="{5CB8377E-9232-D0A6-1516-DC3493B22399}"/>
          </ac:spMkLst>
        </pc:spChg>
        <pc:spChg chg="add mod">
          <ac:chgData name="Leila Iñigo de la Cruz" userId="fae4ed0d-52e1-4e8b-ac73-77e0b7235c9a" providerId="ADAL" clId="{1E9E03C1-E5D4-4BEC-8EBD-C4DD5262B379}" dt="2026-08-27T10:14:43.804" v="397" actId="20577"/>
          <ac:spMkLst>
            <pc:docMk/>
            <pc:sldMk cId="3218726059" sldId="317"/>
            <ac:spMk id="29" creationId="{76DAD91E-1CC8-CD4C-ADE7-C0FE550465F1}"/>
          </ac:spMkLst>
        </pc:spChg>
        <pc:spChg chg="add mod">
          <ac:chgData name="Leila Iñigo de la Cruz" userId="fae4ed0d-52e1-4e8b-ac73-77e0b7235c9a" providerId="ADAL" clId="{1E9E03C1-E5D4-4BEC-8EBD-C4DD5262B379}" dt="2026-08-27T10:15:36.102" v="401" actId="554"/>
          <ac:spMkLst>
            <pc:docMk/>
            <pc:sldMk cId="3218726059" sldId="317"/>
            <ac:spMk id="31" creationId="{40FC9E79-940D-3F24-4E09-3A3D2DD59C26}"/>
          </ac:spMkLst>
        </pc:spChg>
        <pc:spChg chg="add mod">
          <ac:chgData name="Leila Iñigo de la Cruz" userId="fae4ed0d-52e1-4e8b-ac73-77e0b7235c9a" providerId="ADAL" clId="{1E9E03C1-E5D4-4BEC-8EBD-C4DD5262B379}" dt="2026-08-27T10:16:32.627" v="405" actId="1076"/>
          <ac:spMkLst>
            <pc:docMk/>
            <pc:sldMk cId="3218726059" sldId="317"/>
            <ac:spMk id="33" creationId="{5711204A-1B72-E059-0082-E1319DEEE20B}"/>
          </ac:spMkLst>
        </pc:spChg>
        <pc:picChg chg="del">
          <ac:chgData name="Leila Iñigo de la Cruz" userId="fae4ed0d-52e1-4e8b-ac73-77e0b7235c9a" providerId="ADAL" clId="{1E9E03C1-E5D4-4BEC-8EBD-C4DD5262B379}" dt="2026-08-27T08:56:48.066" v="117" actId="478"/>
          <ac:picMkLst>
            <pc:docMk/>
            <pc:sldMk cId="3218726059" sldId="317"/>
            <ac:picMk id="10" creationId="{723CF0E6-A91C-2AFA-C90E-B688184B010B}"/>
          </ac:picMkLst>
        </pc:picChg>
        <pc:picChg chg="del">
          <ac:chgData name="Leila Iñigo de la Cruz" userId="fae4ed0d-52e1-4e8b-ac73-77e0b7235c9a" providerId="ADAL" clId="{1E9E03C1-E5D4-4BEC-8EBD-C4DD5262B379}" dt="2026-08-27T08:56:47.516" v="116" actId="478"/>
          <ac:picMkLst>
            <pc:docMk/>
            <pc:sldMk cId="3218726059" sldId="317"/>
            <ac:picMk id="12" creationId="{FFFE43FE-782D-0AA4-A699-D8B0E0A77A69}"/>
          </ac:picMkLst>
        </pc:picChg>
        <pc:cxnChg chg="add del mod">
          <ac:chgData name="Leila Iñigo de la Cruz" userId="fae4ed0d-52e1-4e8b-ac73-77e0b7235c9a" providerId="ADAL" clId="{1E9E03C1-E5D4-4BEC-8EBD-C4DD5262B379}" dt="2026-08-27T10:06:58.142" v="147" actId="478"/>
          <ac:cxnSpMkLst>
            <pc:docMk/>
            <pc:sldMk cId="3218726059" sldId="317"/>
            <ac:cxnSpMk id="4" creationId="{3CE96527-EE96-68D1-329D-8145EE24017C}"/>
          </ac:cxnSpMkLst>
        </pc:cxnChg>
      </pc:sldChg>
      <pc:sldChg chg="addSp delSp modSp mod modNotesTx">
        <pc:chgData name="Leila Iñigo de la Cruz" userId="fae4ed0d-52e1-4e8b-ac73-77e0b7235c9a" providerId="ADAL" clId="{1E9E03C1-E5D4-4BEC-8EBD-C4DD5262B379}" dt="2026-08-27T08:54:36.122" v="115" actId="478"/>
        <pc:sldMkLst>
          <pc:docMk/>
          <pc:sldMk cId="2355097140" sldId="321"/>
        </pc:sldMkLst>
        <pc:spChg chg="mod">
          <ac:chgData name="Leila Iñigo de la Cruz" userId="fae4ed0d-52e1-4e8b-ac73-77e0b7235c9a" providerId="ADAL" clId="{1E9E03C1-E5D4-4BEC-8EBD-C4DD5262B379}" dt="2026-08-27T08:53:50.433" v="54" actId="1076"/>
          <ac:spMkLst>
            <pc:docMk/>
            <pc:sldMk cId="2355097140" sldId="321"/>
            <ac:spMk id="3" creationId="{93A483DC-45C7-5773-0E65-5F098CD3869A}"/>
          </ac:spMkLst>
        </pc:spChg>
        <pc:spChg chg="add del mod">
          <ac:chgData name="Leila Iñigo de la Cruz" userId="fae4ed0d-52e1-4e8b-ac73-77e0b7235c9a" providerId="ADAL" clId="{1E9E03C1-E5D4-4BEC-8EBD-C4DD5262B379}" dt="2026-08-27T08:54:36.122" v="115" actId="478"/>
          <ac:spMkLst>
            <pc:docMk/>
            <pc:sldMk cId="2355097140" sldId="321"/>
            <ac:spMk id="4" creationId="{716E2A9F-A1EC-F7C5-F829-BAF00F51B800}"/>
          </ac:spMkLst>
        </pc:spChg>
      </pc:sldChg>
      <pc:sldChg chg="addSp delSp add mod">
        <pc:chgData name="Leila Iñigo de la Cruz" userId="fae4ed0d-52e1-4e8b-ac73-77e0b7235c9a" providerId="ADAL" clId="{1E9E03C1-E5D4-4BEC-8EBD-C4DD5262B379}" dt="2026-08-27T10:16:26.544" v="403" actId="21"/>
        <pc:sldMkLst>
          <pc:docMk/>
          <pc:sldMk cId="340876911" sldId="322"/>
        </pc:sldMkLst>
        <pc:spChg chg="add del">
          <ac:chgData name="Leila Iñigo de la Cruz" userId="fae4ed0d-52e1-4e8b-ac73-77e0b7235c9a" providerId="ADAL" clId="{1E9E03C1-E5D4-4BEC-8EBD-C4DD5262B379}" dt="2026-08-27T10:16:26.544" v="403" actId="21"/>
          <ac:spMkLst>
            <pc:docMk/>
            <pc:sldMk cId="340876911" sldId="322"/>
            <ac:spMk id="5" creationId="{4B15E0D8-C914-507E-FA4D-A326A6EC26B5}"/>
          </ac:spMkLst>
        </pc:spChg>
      </pc:sldChg>
      <pc:sldChg chg="addSp delSp modSp add mod delAnim modNotesTx">
        <pc:chgData name="Leila Iñigo de la Cruz" userId="fae4ed0d-52e1-4e8b-ac73-77e0b7235c9a" providerId="ADAL" clId="{1E9E03C1-E5D4-4BEC-8EBD-C4DD5262B379}" dt="2026-08-27T12:00:38.397" v="1730" actId="20577"/>
        <pc:sldMkLst>
          <pc:docMk/>
          <pc:sldMk cId="1443555788" sldId="323"/>
        </pc:sldMkLst>
        <pc:spChg chg="del">
          <ac:chgData name="Leila Iñigo de la Cruz" userId="fae4ed0d-52e1-4e8b-ac73-77e0b7235c9a" providerId="ADAL" clId="{1E9E03C1-E5D4-4BEC-8EBD-C4DD5262B379}" dt="2026-08-27T10:18:54.024" v="414" actId="478"/>
          <ac:spMkLst>
            <pc:docMk/>
            <pc:sldMk cId="1443555788" sldId="323"/>
            <ac:spMk id="2" creationId="{571FBB11-2FB5-A58E-8E56-459118243D7E}"/>
          </ac:spMkLst>
        </pc:spChg>
        <pc:spChg chg="add mod">
          <ac:chgData name="Leila Iñigo de la Cruz" userId="fae4ed0d-52e1-4e8b-ac73-77e0b7235c9a" providerId="ADAL" clId="{1E9E03C1-E5D4-4BEC-8EBD-C4DD5262B379}" dt="2026-08-27T10:28:24.520" v="711" actId="1076"/>
          <ac:spMkLst>
            <pc:docMk/>
            <pc:sldMk cId="1443555788" sldId="323"/>
            <ac:spMk id="5" creationId="{56D476E8-7955-BCC5-2C6A-258B4C6649B2}"/>
          </ac:spMkLst>
        </pc:spChg>
        <pc:spChg chg="del">
          <ac:chgData name="Leila Iñigo de la Cruz" userId="fae4ed0d-52e1-4e8b-ac73-77e0b7235c9a" providerId="ADAL" clId="{1E9E03C1-E5D4-4BEC-8EBD-C4DD5262B379}" dt="2026-08-27T10:18:54.024" v="414" actId="478"/>
          <ac:spMkLst>
            <pc:docMk/>
            <pc:sldMk cId="1443555788" sldId="323"/>
            <ac:spMk id="6" creationId="{73CC0726-E134-CD16-67E5-890791EB53EC}"/>
          </ac:spMkLst>
        </pc:spChg>
        <pc:spChg chg="del">
          <ac:chgData name="Leila Iñigo de la Cruz" userId="fae4ed0d-52e1-4e8b-ac73-77e0b7235c9a" providerId="ADAL" clId="{1E9E03C1-E5D4-4BEC-8EBD-C4DD5262B379}" dt="2026-08-27T10:18:54.024" v="414" actId="478"/>
          <ac:spMkLst>
            <pc:docMk/>
            <pc:sldMk cId="1443555788" sldId="323"/>
            <ac:spMk id="8" creationId="{94F01CBA-1793-ED2A-F4EB-55B251456F0E}"/>
          </ac:spMkLst>
        </pc:spChg>
        <pc:spChg chg="add mod">
          <ac:chgData name="Leila Iñigo de la Cruz" userId="fae4ed0d-52e1-4e8b-ac73-77e0b7235c9a" providerId="ADAL" clId="{1E9E03C1-E5D4-4BEC-8EBD-C4DD5262B379}" dt="2026-08-27T10:28:27.001" v="712" actId="1076"/>
          <ac:spMkLst>
            <pc:docMk/>
            <pc:sldMk cId="1443555788" sldId="323"/>
            <ac:spMk id="9" creationId="{D0DE4234-7C81-2D9F-01B4-901EC71E6F5F}"/>
          </ac:spMkLst>
        </pc:spChg>
        <pc:spChg chg="add mod">
          <ac:chgData name="Leila Iñigo de la Cruz" userId="fae4ed0d-52e1-4e8b-ac73-77e0b7235c9a" providerId="ADAL" clId="{1E9E03C1-E5D4-4BEC-8EBD-C4DD5262B379}" dt="2026-08-27T10:29:12.544" v="794" actId="1076"/>
          <ac:spMkLst>
            <pc:docMk/>
            <pc:sldMk cId="1443555788" sldId="323"/>
            <ac:spMk id="11" creationId="{33E95C79-4EC1-C82A-6897-B5C8B947FA89}"/>
          </ac:spMkLst>
        </pc:spChg>
        <pc:spChg chg="del">
          <ac:chgData name="Leila Iñigo de la Cruz" userId="fae4ed0d-52e1-4e8b-ac73-77e0b7235c9a" providerId="ADAL" clId="{1E9E03C1-E5D4-4BEC-8EBD-C4DD5262B379}" dt="2026-08-27T10:18:56.930" v="415" actId="478"/>
          <ac:spMkLst>
            <pc:docMk/>
            <pc:sldMk cId="1443555788" sldId="323"/>
            <ac:spMk id="13" creationId="{A13E9F43-9FE1-5530-8789-5861CDD0C038}"/>
          </ac:spMkLst>
        </pc:spChg>
        <pc:spChg chg="del">
          <ac:chgData name="Leila Iñigo de la Cruz" userId="fae4ed0d-52e1-4e8b-ac73-77e0b7235c9a" providerId="ADAL" clId="{1E9E03C1-E5D4-4BEC-8EBD-C4DD5262B379}" dt="2026-08-27T10:18:54.024" v="414" actId="478"/>
          <ac:spMkLst>
            <pc:docMk/>
            <pc:sldMk cId="1443555788" sldId="323"/>
            <ac:spMk id="16" creationId="{3AC6939F-4039-1AD8-F8DA-FE8DAFA81695}"/>
          </ac:spMkLst>
        </pc:spChg>
        <pc:spChg chg="del">
          <ac:chgData name="Leila Iñigo de la Cruz" userId="fae4ed0d-52e1-4e8b-ac73-77e0b7235c9a" providerId="ADAL" clId="{1E9E03C1-E5D4-4BEC-8EBD-C4DD5262B379}" dt="2026-08-27T10:18:59.971" v="416" actId="478"/>
          <ac:spMkLst>
            <pc:docMk/>
            <pc:sldMk cId="1443555788" sldId="323"/>
            <ac:spMk id="18" creationId="{5B3D2246-7DBB-108E-8824-9F8180A90BDA}"/>
          </ac:spMkLst>
        </pc:spChg>
        <pc:spChg chg="del">
          <ac:chgData name="Leila Iñigo de la Cruz" userId="fae4ed0d-52e1-4e8b-ac73-77e0b7235c9a" providerId="ADAL" clId="{1E9E03C1-E5D4-4BEC-8EBD-C4DD5262B379}" dt="2026-08-27T10:18:54.024" v="414" actId="478"/>
          <ac:spMkLst>
            <pc:docMk/>
            <pc:sldMk cId="1443555788" sldId="323"/>
            <ac:spMk id="20" creationId="{E37D6C91-A307-59B8-ACC7-1A4AA0CABE01}"/>
          </ac:spMkLst>
        </pc:spChg>
        <pc:spChg chg="del">
          <ac:chgData name="Leila Iñigo de la Cruz" userId="fae4ed0d-52e1-4e8b-ac73-77e0b7235c9a" providerId="ADAL" clId="{1E9E03C1-E5D4-4BEC-8EBD-C4DD5262B379}" dt="2026-08-27T10:18:54.024" v="414" actId="478"/>
          <ac:spMkLst>
            <pc:docMk/>
            <pc:sldMk cId="1443555788" sldId="323"/>
            <ac:spMk id="21" creationId="{E1DCC5D2-513B-C790-2EBD-931FEF3B7150}"/>
          </ac:spMkLst>
        </pc:spChg>
        <pc:spChg chg="del">
          <ac:chgData name="Leila Iñigo de la Cruz" userId="fae4ed0d-52e1-4e8b-ac73-77e0b7235c9a" providerId="ADAL" clId="{1E9E03C1-E5D4-4BEC-8EBD-C4DD5262B379}" dt="2026-08-27T10:18:54.024" v="414" actId="478"/>
          <ac:spMkLst>
            <pc:docMk/>
            <pc:sldMk cId="1443555788" sldId="323"/>
            <ac:spMk id="23" creationId="{45F998E7-015F-462A-45DF-C3C5B755CF4C}"/>
          </ac:spMkLst>
        </pc:spChg>
        <pc:spChg chg="del">
          <ac:chgData name="Leila Iñigo de la Cruz" userId="fae4ed0d-52e1-4e8b-ac73-77e0b7235c9a" providerId="ADAL" clId="{1E9E03C1-E5D4-4BEC-8EBD-C4DD5262B379}" dt="2026-08-27T10:18:54.024" v="414" actId="478"/>
          <ac:spMkLst>
            <pc:docMk/>
            <pc:sldMk cId="1443555788" sldId="323"/>
            <ac:spMk id="25" creationId="{31EAE127-985A-3E36-68EF-5F59116C9237}"/>
          </ac:spMkLst>
        </pc:spChg>
        <pc:spChg chg="del">
          <ac:chgData name="Leila Iñigo de la Cruz" userId="fae4ed0d-52e1-4e8b-ac73-77e0b7235c9a" providerId="ADAL" clId="{1E9E03C1-E5D4-4BEC-8EBD-C4DD5262B379}" dt="2026-08-27T10:18:54.024" v="414" actId="478"/>
          <ac:spMkLst>
            <pc:docMk/>
            <pc:sldMk cId="1443555788" sldId="323"/>
            <ac:spMk id="27" creationId="{CCBCF4C7-0CFD-7BCC-5E3E-2FC47943B359}"/>
          </ac:spMkLst>
        </pc:spChg>
        <pc:spChg chg="del">
          <ac:chgData name="Leila Iñigo de la Cruz" userId="fae4ed0d-52e1-4e8b-ac73-77e0b7235c9a" providerId="ADAL" clId="{1E9E03C1-E5D4-4BEC-8EBD-C4DD5262B379}" dt="2026-08-27T10:19:02.181" v="417" actId="478"/>
          <ac:spMkLst>
            <pc:docMk/>
            <pc:sldMk cId="1443555788" sldId="323"/>
            <ac:spMk id="29" creationId="{CD1121CB-DA73-C237-3C80-3D880F438F1D}"/>
          </ac:spMkLst>
        </pc:spChg>
        <pc:spChg chg="del">
          <ac:chgData name="Leila Iñigo de la Cruz" userId="fae4ed0d-52e1-4e8b-ac73-77e0b7235c9a" providerId="ADAL" clId="{1E9E03C1-E5D4-4BEC-8EBD-C4DD5262B379}" dt="2026-08-27T10:18:54.024" v="414" actId="478"/>
          <ac:spMkLst>
            <pc:docMk/>
            <pc:sldMk cId="1443555788" sldId="323"/>
            <ac:spMk id="31" creationId="{13084CAC-F73B-5331-B4F2-ED8720A78D76}"/>
          </ac:spMkLst>
        </pc:spChg>
        <pc:spChg chg="mod">
          <ac:chgData name="Leila Iñigo de la Cruz" userId="fae4ed0d-52e1-4e8b-ac73-77e0b7235c9a" providerId="ADAL" clId="{1E9E03C1-E5D4-4BEC-8EBD-C4DD5262B379}" dt="2026-08-27T10:19:54.693" v="469" actId="20577"/>
          <ac:spMkLst>
            <pc:docMk/>
            <pc:sldMk cId="1443555788" sldId="323"/>
            <ac:spMk id="33" creationId="{5EF9513D-3371-7E55-B312-42CF13E0D8F6}"/>
          </ac:spMkLst>
        </pc:spChg>
        <pc:graphicFrameChg chg="add del mod modGraphic">
          <ac:chgData name="Leila Iñigo de la Cruz" userId="fae4ed0d-52e1-4e8b-ac73-77e0b7235c9a" providerId="ADAL" clId="{1E9E03C1-E5D4-4BEC-8EBD-C4DD5262B379}" dt="2026-08-27T10:21:35.144" v="490" actId="478"/>
          <ac:graphicFrameMkLst>
            <pc:docMk/>
            <pc:sldMk cId="1443555788" sldId="323"/>
            <ac:graphicFrameMk id="3" creationId="{7D5F4779-9290-C82D-630E-BC6F8677E101}"/>
          </ac:graphicFrameMkLst>
        </pc:graphicFrameChg>
        <pc:graphicFrameChg chg="add del mod modGraphic">
          <ac:chgData name="Leila Iñigo de la Cruz" userId="fae4ed0d-52e1-4e8b-ac73-77e0b7235c9a" providerId="ADAL" clId="{1E9E03C1-E5D4-4BEC-8EBD-C4DD5262B379}" dt="2026-08-27T10:54:01.009" v="1460" actId="478"/>
          <ac:graphicFrameMkLst>
            <pc:docMk/>
            <pc:sldMk cId="1443555788" sldId="323"/>
            <ac:graphicFrameMk id="4" creationId="{B5BACEF7-8EC6-36E9-F975-E54B60D5507D}"/>
          </ac:graphicFrameMkLst>
        </pc:graphicFrameChg>
        <pc:graphicFrameChg chg="add">
          <ac:chgData name="Leila Iñigo de la Cruz" userId="fae4ed0d-52e1-4e8b-ac73-77e0b7235c9a" providerId="ADAL" clId="{1E9E03C1-E5D4-4BEC-8EBD-C4DD5262B379}" dt="2026-08-27T10:54:01.744" v="1461" actId="22"/>
          <ac:graphicFrameMkLst>
            <pc:docMk/>
            <pc:sldMk cId="1443555788" sldId="323"/>
            <ac:graphicFrameMk id="14" creationId="{024D8CF0-51D0-5CD1-8277-53FAD6BF716A}"/>
          </ac:graphicFrameMkLst>
        </pc:graphicFrameChg>
      </pc:sldChg>
      <pc:sldChg chg="addSp delSp modSp add mod">
        <pc:chgData name="Leila Iñigo de la Cruz" userId="fae4ed0d-52e1-4e8b-ac73-77e0b7235c9a" providerId="ADAL" clId="{1E9E03C1-E5D4-4BEC-8EBD-C4DD5262B379}" dt="2026-08-27T10:44:22.049" v="1114" actId="1076"/>
        <pc:sldMkLst>
          <pc:docMk/>
          <pc:sldMk cId="3903255594" sldId="324"/>
        </pc:sldMkLst>
        <pc:spChg chg="mod">
          <ac:chgData name="Leila Iñigo de la Cruz" userId="fae4ed0d-52e1-4e8b-ac73-77e0b7235c9a" providerId="ADAL" clId="{1E9E03C1-E5D4-4BEC-8EBD-C4DD5262B379}" dt="2026-08-27T10:43:47.995" v="1069" actId="1076"/>
          <ac:spMkLst>
            <pc:docMk/>
            <pc:sldMk cId="3903255594" sldId="324"/>
            <ac:spMk id="5" creationId="{1907806D-F7CD-698D-7E14-CEE050C5B076}"/>
          </ac:spMkLst>
        </pc:spChg>
        <pc:spChg chg="del mod topLvl">
          <ac:chgData name="Leila Iñigo de la Cruz" userId="fae4ed0d-52e1-4e8b-ac73-77e0b7235c9a" providerId="ADAL" clId="{1E9E03C1-E5D4-4BEC-8EBD-C4DD5262B379}" dt="2026-08-27T10:33:23.401" v="809" actId="478"/>
          <ac:spMkLst>
            <pc:docMk/>
            <pc:sldMk cId="3903255594" sldId="324"/>
            <ac:spMk id="6" creationId="{DB45B3DD-E571-1157-E5EE-0EB5FED3441B}"/>
          </ac:spMkLst>
        </pc:spChg>
        <pc:spChg chg="mod">
          <ac:chgData name="Leila Iñigo de la Cruz" userId="fae4ed0d-52e1-4e8b-ac73-77e0b7235c9a" providerId="ADAL" clId="{1E9E03C1-E5D4-4BEC-8EBD-C4DD5262B379}" dt="2026-08-27T10:43:50.251" v="1070" actId="1076"/>
          <ac:spMkLst>
            <pc:docMk/>
            <pc:sldMk cId="3903255594" sldId="324"/>
            <ac:spMk id="9" creationId="{9C7B53CD-B5C0-B775-1BCA-29E62F86E1F4}"/>
          </ac:spMkLst>
        </pc:spChg>
        <pc:spChg chg="mod">
          <ac:chgData name="Leila Iñigo de la Cruz" userId="fae4ed0d-52e1-4e8b-ac73-77e0b7235c9a" providerId="ADAL" clId="{1E9E03C1-E5D4-4BEC-8EBD-C4DD5262B379}" dt="2026-08-27T10:44:22.049" v="1114" actId="1076"/>
          <ac:spMkLst>
            <pc:docMk/>
            <pc:sldMk cId="3903255594" sldId="324"/>
            <ac:spMk id="11" creationId="{CE570213-A49B-535B-5907-F2EDAE9D9910}"/>
          </ac:spMkLst>
        </pc:spChg>
        <pc:spChg chg="mod">
          <ac:chgData name="Leila Iñigo de la Cruz" userId="fae4ed0d-52e1-4e8b-ac73-77e0b7235c9a" providerId="ADAL" clId="{1E9E03C1-E5D4-4BEC-8EBD-C4DD5262B379}" dt="2026-08-27T10:33:11.898" v="807"/>
          <ac:spMkLst>
            <pc:docMk/>
            <pc:sldMk cId="3903255594" sldId="324"/>
            <ac:spMk id="33" creationId="{6C4A0815-370B-129B-CB44-963C483A5EFD}"/>
          </ac:spMkLst>
        </pc:spChg>
        <pc:grpChg chg="add del mod">
          <ac:chgData name="Leila Iñigo de la Cruz" userId="fae4ed0d-52e1-4e8b-ac73-77e0b7235c9a" providerId="ADAL" clId="{1E9E03C1-E5D4-4BEC-8EBD-C4DD5262B379}" dt="2026-08-27T10:33:23.401" v="809" actId="478"/>
          <ac:grpSpMkLst>
            <pc:docMk/>
            <pc:sldMk cId="3903255594" sldId="324"/>
            <ac:grpSpMk id="2" creationId="{4BF030E3-A734-341E-5D5E-005166236255}"/>
          </ac:grpSpMkLst>
        </pc:grpChg>
        <pc:graphicFrameChg chg="mod">
          <ac:chgData name="Leila Iñigo de la Cruz" userId="fae4ed0d-52e1-4e8b-ac73-77e0b7235c9a" providerId="ADAL" clId="{1E9E03C1-E5D4-4BEC-8EBD-C4DD5262B379}" dt="2026-08-27T10:43:46.482" v="1068" actId="1076"/>
          <ac:graphicFrameMkLst>
            <pc:docMk/>
            <pc:sldMk cId="3903255594" sldId="324"/>
            <ac:graphicFrameMk id="4" creationId="{2D1EE4D0-B30B-B65F-69D8-B7707A124C12}"/>
          </ac:graphicFrameMkLst>
        </pc:graphicFrameChg>
        <pc:picChg chg="mod topLvl">
          <ac:chgData name="Leila Iñigo de la Cruz" userId="fae4ed0d-52e1-4e8b-ac73-77e0b7235c9a" providerId="ADAL" clId="{1E9E03C1-E5D4-4BEC-8EBD-C4DD5262B379}" dt="2026-08-27T10:33:36.883" v="814" actId="1076"/>
          <ac:picMkLst>
            <pc:docMk/>
            <pc:sldMk cId="3903255594" sldId="324"/>
            <ac:picMk id="3" creationId="{6541C6BD-7810-236A-B7A7-9D3F16BBBAFA}"/>
          </ac:picMkLst>
        </pc:picChg>
      </pc:sldChg>
      <pc:sldChg chg="addSp delSp modSp add mod ord modAnim">
        <pc:chgData name="Leila Iñigo de la Cruz" userId="fae4ed0d-52e1-4e8b-ac73-77e0b7235c9a" providerId="ADAL" clId="{1E9E03C1-E5D4-4BEC-8EBD-C4DD5262B379}" dt="2026-08-27T10:49:34.072" v="1415" actId="20577"/>
        <pc:sldMkLst>
          <pc:docMk/>
          <pc:sldMk cId="3732880305" sldId="325"/>
        </pc:sldMkLst>
        <pc:spChg chg="del">
          <ac:chgData name="Leila Iñigo de la Cruz" userId="fae4ed0d-52e1-4e8b-ac73-77e0b7235c9a" providerId="ADAL" clId="{1E9E03C1-E5D4-4BEC-8EBD-C4DD5262B379}" dt="2026-08-27T10:44:32.643" v="1120" actId="478"/>
          <ac:spMkLst>
            <pc:docMk/>
            <pc:sldMk cId="3732880305" sldId="325"/>
            <ac:spMk id="3" creationId="{0EEE2D3C-212D-358A-DF81-C27225DF6B65}"/>
          </ac:spMkLst>
        </pc:spChg>
        <pc:spChg chg="mod">
          <ac:chgData name="Leila Iñigo de la Cruz" userId="fae4ed0d-52e1-4e8b-ac73-77e0b7235c9a" providerId="ADAL" clId="{1E9E03C1-E5D4-4BEC-8EBD-C4DD5262B379}" dt="2026-08-27T10:46:01.021" v="1167" actId="20577"/>
          <ac:spMkLst>
            <pc:docMk/>
            <pc:sldMk cId="3732880305" sldId="325"/>
            <ac:spMk id="4" creationId="{0D2B7B99-1406-3CD7-72EA-78E085C94D96}"/>
          </ac:spMkLst>
        </pc:spChg>
        <pc:spChg chg="add del mod">
          <ac:chgData name="Leila Iñigo de la Cruz" userId="fae4ed0d-52e1-4e8b-ac73-77e0b7235c9a" providerId="ADAL" clId="{1E9E03C1-E5D4-4BEC-8EBD-C4DD5262B379}" dt="2026-08-27T10:48:56.815" v="1411" actId="478"/>
          <ac:spMkLst>
            <pc:docMk/>
            <pc:sldMk cId="3732880305" sldId="325"/>
            <ac:spMk id="5" creationId="{B523A747-F0D6-CE00-B990-53B95BAF0EE9}"/>
          </ac:spMkLst>
        </pc:spChg>
        <pc:spChg chg="add mod">
          <ac:chgData name="Leila Iñigo de la Cruz" userId="fae4ed0d-52e1-4e8b-ac73-77e0b7235c9a" providerId="ADAL" clId="{1E9E03C1-E5D4-4BEC-8EBD-C4DD5262B379}" dt="2026-08-27T10:49:34.072" v="1415" actId="20577"/>
          <ac:spMkLst>
            <pc:docMk/>
            <pc:sldMk cId="3732880305" sldId="325"/>
            <ac:spMk id="7" creationId="{424B19EE-865E-90F5-A4E9-19931A53DF93}"/>
          </ac:spMkLst>
        </pc:spChg>
        <pc:spChg chg="add del mod">
          <ac:chgData name="Leila Iñigo de la Cruz" userId="fae4ed0d-52e1-4e8b-ac73-77e0b7235c9a" providerId="ADAL" clId="{1E9E03C1-E5D4-4BEC-8EBD-C4DD5262B379}" dt="2026-08-27T10:47:45.799" v="1240" actId="478"/>
          <ac:spMkLst>
            <pc:docMk/>
            <pc:sldMk cId="3732880305" sldId="325"/>
            <ac:spMk id="9" creationId="{CD758FF2-9A36-575D-A631-953514408DCB}"/>
          </ac:spMkLst>
        </pc:spChg>
      </pc:sldChg>
      <pc:sldChg chg="addSp delSp modSp add mod delAnim modAnim modNotesTx">
        <pc:chgData name="Leila Iñigo de la Cruz" userId="fae4ed0d-52e1-4e8b-ac73-77e0b7235c9a" providerId="ADAL" clId="{1E9E03C1-E5D4-4BEC-8EBD-C4DD5262B379}" dt="2026-08-27T11:02:30.531" v="1665" actId="20577"/>
        <pc:sldMkLst>
          <pc:docMk/>
          <pc:sldMk cId="2568307903" sldId="326"/>
        </pc:sldMkLst>
        <pc:spChg chg="mod">
          <ac:chgData name="Leila Iñigo de la Cruz" userId="fae4ed0d-52e1-4e8b-ac73-77e0b7235c9a" providerId="ADAL" clId="{1E9E03C1-E5D4-4BEC-8EBD-C4DD5262B379}" dt="2026-08-27T10:50:26.641" v="1453" actId="20577"/>
          <ac:spMkLst>
            <pc:docMk/>
            <pc:sldMk cId="2568307903" sldId="326"/>
            <ac:spMk id="4" creationId="{41C0BA66-E890-0B44-D6F7-117A6C3346E0}"/>
          </ac:spMkLst>
        </pc:spChg>
        <pc:spChg chg="add mod">
          <ac:chgData name="Leila Iñigo de la Cruz" userId="fae4ed0d-52e1-4e8b-ac73-77e0b7235c9a" providerId="ADAL" clId="{1E9E03C1-E5D4-4BEC-8EBD-C4DD5262B379}" dt="2026-08-27T11:01:24.900" v="1650" actId="1076"/>
          <ac:spMkLst>
            <pc:docMk/>
            <pc:sldMk cId="2568307903" sldId="326"/>
            <ac:spMk id="6" creationId="{E1CF674D-C112-3077-4A2F-83B06B990325}"/>
          </ac:spMkLst>
        </pc:spChg>
        <pc:spChg chg="del">
          <ac:chgData name="Leila Iñigo de la Cruz" userId="fae4ed0d-52e1-4e8b-ac73-77e0b7235c9a" providerId="ADAL" clId="{1E9E03C1-E5D4-4BEC-8EBD-C4DD5262B379}" dt="2026-08-27T10:50:15.690" v="1417" actId="478"/>
          <ac:spMkLst>
            <pc:docMk/>
            <pc:sldMk cId="2568307903" sldId="326"/>
            <ac:spMk id="7" creationId="{D4BABDC9-A4D1-AD90-71EE-993CD3EE10E2}"/>
          </ac:spMkLst>
        </pc:spChg>
        <pc:spChg chg="add del mod">
          <ac:chgData name="Leila Iñigo de la Cruz" userId="fae4ed0d-52e1-4e8b-ac73-77e0b7235c9a" providerId="ADAL" clId="{1E9E03C1-E5D4-4BEC-8EBD-C4DD5262B379}" dt="2026-08-27T11:01:28.140" v="1651" actId="478"/>
          <ac:spMkLst>
            <pc:docMk/>
            <pc:sldMk cId="2568307903" sldId="326"/>
            <ac:spMk id="9" creationId="{C64FD74F-F9B8-9954-E40B-2C76B6382368}"/>
          </ac:spMkLst>
        </pc:spChg>
        <pc:spChg chg="add del">
          <ac:chgData name="Leila Iñigo de la Cruz" userId="fae4ed0d-52e1-4e8b-ac73-77e0b7235c9a" providerId="ADAL" clId="{1E9E03C1-E5D4-4BEC-8EBD-C4DD5262B379}" dt="2026-08-27T10:56:42.949" v="1503" actId="22"/>
          <ac:spMkLst>
            <pc:docMk/>
            <pc:sldMk cId="2568307903" sldId="326"/>
            <ac:spMk id="13" creationId="{B04D9718-4C6A-9856-2532-6A53DB1EF24A}"/>
          </ac:spMkLst>
        </pc:spChg>
        <pc:spChg chg="add mod">
          <ac:chgData name="Leila Iñigo de la Cruz" userId="fae4ed0d-52e1-4e8b-ac73-77e0b7235c9a" providerId="ADAL" clId="{1E9E03C1-E5D4-4BEC-8EBD-C4DD5262B379}" dt="2026-08-27T10:58:42.189" v="1617" actId="1076"/>
          <ac:spMkLst>
            <pc:docMk/>
            <pc:sldMk cId="2568307903" sldId="326"/>
            <ac:spMk id="15" creationId="{0A2A64D1-ED9D-C49E-523B-DFD4A61E1857}"/>
          </ac:spMkLst>
        </pc:spChg>
        <pc:spChg chg="add mod">
          <ac:chgData name="Leila Iñigo de la Cruz" userId="fae4ed0d-52e1-4e8b-ac73-77e0b7235c9a" providerId="ADAL" clId="{1E9E03C1-E5D4-4BEC-8EBD-C4DD5262B379}" dt="2026-08-27T11:01:06.936" v="1647" actId="20577"/>
          <ac:spMkLst>
            <pc:docMk/>
            <pc:sldMk cId="2568307903" sldId="326"/>
            <ac:spMk id="17" creationId="{A8EE423C-8289-D16F-0B4C-FA684E343F5E}"/>
          </ac:spMkLst>
        </pc:spChg>
        <pc:spChg chg="add mod">
          <ac:chgData name="Leila Iñigo de la Cruz" userId="fae4ed0d-52e1-4e8b-ac73-77e0b7235c9a" providerId="ADAL" clId="{1E9E03C1-E5D4-4BEC-8EBD-C4DD5262B379}" dt="2026-08-27T11:01:40.900" v="1664" actId="20577"/>
          <ac:spMkLst>
            <pc:docMk/>
            <pc:sldMk cId="2568307903" sldId="326"/>
            <ac:spMk id="19" creationId="{78B9ADE9-AC89-103A-45B5-DACBB9F0F8E0}"/>
          </ac:spMkLst>
        </pc:spChg>
        <pc:graphicFrameChg chg="add del mod">
          <ac:chgData name="Leila Iñigo de la Cruz" userId="fae4ed0d-52e1-4e8b-ac73-77e0b7235c9a" providerId="ADAL" clId="{1E9E03C1-E5D4-4BEC-8EBD-C4DD5262B379}" dt="2026-08-27T10:53:37.968" v="1457" actId="478"/>
          <ac:graphicFrameMkLst>
            <pc:docMk/>
            <pc:sldMk cId="2568307903" sldId="326"/>
            <ac:graphicFrameMk id="2" creationId="{26F1F8F5-2D02-7E38-7C72-2ECBFFAE9D4B}"/>
          </ac:graphicFrameMkLst>
        </pc:graphicFrameChg>
        <pc:graphicFrameChg chg="add del mod">
          <ac:chgData name="Leila Iñigo de la Cruz" userId="fae4ed0d-52e1-4e8b-ac73-77e0b7235c9a" providerId="ADAL" clId="{1E9E03C1-E5D4-4BEC-8EBD-C4DD5262B379}" dt="2026-08-27T10:55:24.375" v="1466" actId="478"/>
          <ac:graphicFrameMkLst>
            <pc:docMk/>
            <pc:sldMk cId="2568307903" sldId="326"/>
            <ac:graphicFrameMk id="5" creationId="{C15561A9-F834-BA67-E925-3C7B03AB894A}"/>
          </ac:graphicFrameMkLst>
        </pc:graphicFrameChg>
        <pc:cxnChg chg="add mod">
          <ac:chgData name="Leila Iñigo de la Cruz" userId="fae4ed0d-52e1-4e8b-ac73-77e0b7235c9a" providerId="ADAL" clId="{1E9E03C1-E5D4-4BEC-8EBD-C4DD5262B379}" dt="2026-08-27T10:56:49.037" v="1505" actId="1582"/>
          <ac:cxnSpMkLst>
            <pc:docMk/>
            <pc:sldMk cId="2568307903" sldId="326"/>
            <ac:cxnSpMk id="11" creationId="{6AD413BA-F8F5-2C80-43AF-85674CF922FA}"/>
          </ac:cxnSpMkLst>
        </pc:cxnChg>
        <pc:cxnChg chg="add mod">
          <ac:chgData name="Leila Iñigo de la Cruz" userId="fae4ed0d-52e1-4e8b-ac73-77e0b7235c9a" providerId="ADAL" clId="{1E9E03C1-E5D4-4BEC-8EBD-C4DD5262B379}" dt="2026-08-27T10:56:53.149" v="1507" actId="1076"/>
          <ac:cxnSpMkLst>
            <pc:docMk/>
            <pc:sldMk cId="2568307903" sldId="326"/>
            <ac:cxnSpMk id="14" creationId="{7550D920-668C-4475-DDF1-28FA9DC7A3DD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382513-F771-46A5-A194-89A4FC112069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NL"/>
        </a:p>
      </dgm:t>
    </dgm:pt>
    <dgm:pt modelId="{84F96441-122F-4431-ADF7-885F230E9614}">
      <dgm:prSet phldrT="[Text]" phldr="0"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Structural = representation</a:t>
          </a:r>
          <a:endParaRPr lang="nl-NL" dirty="0">
            <a:solidFill>
              <a:schemeClr val="tx1"/>
            </a:solidFill>
          </a:endParaRPr>
        </a:p>
      </dgm:t>
    </dgm:pt>
    <dgm:pt modelId="{A907D9EA-D227-47DA-9049-772D4E044832}" type="parTrans" cxnId="{6B609D8F-2841-4C43-9C74-B5B15E818215}">
      <dgm:prSet/>
      <dgm:spPr/>
      <dgm:t>
        <a:bodyPr/>
        <a:lstStyle/>
        <a:p>
          <a:endParaRPr lang="nl-NL"/>
        </a:p>
      </dgm:t>
    </dgm:pt>
    <dgm:pt modelId="{4848E194-0A76-423C-A3AA-BA08BE96D837}" type="sibTrans" cxnId="{6B609D8F-2841-4C43-9C74-B5B15E818215}">
      <dgm:prSet/>
      <dgm:spPr/>
      <dgm:t>
        <a:bodyPr/>
        <a:lstStyle/>
        <a:p>
          <a:endParaRPr lang="nl-NL"/>
        </a:p>
      </dgm:t>
    </dgm:pt>
    <dgm:pt modelId="{3D85F61C-EB3F-4010-8A4C-D110BFE6B8BA}">
      <dgm:prSet phldrT="[Text]" phldr="0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Semantic = meaning</a:t>
          </a:r>
          <a:endParaRPr lang="nl-NL" dirty="0">
            <a:solidFill>
              <a:schemeClr val="tx1"/>
            </a:solidFill>
          </a:endParaRPr>
        </a:p>
      </dgm:t>
    </dgm:pt>
    <dgm:pt modelId="{940F5C03-EE1B-462F-AC67-A0AC55965ADF}" type="parTrans" cxnId="{D1F9C5D9-8240-4984-9B94-4FEEB478D101}">
      <dgm:prSet/>
      <dgm:spPr/>
      <dgm:t>
        <a:bodyPr/>
        <a:lstStyle/>
        <a:p>
          <a:endParaRPr lang="nl-NL"/>
        </a:p>
      </dgm:t>
    </dgm:pt>
    <dgm:pt modelId="{BC68A33E-CF17-4A48-91D1-060714DA1541}" type="sibTrans" cxnId="{D1F9C5D9-8240-4984-9B94-4FEEB478D101}">
      <dgm:prSet/>
      <dgm:spPr/>
      <dgm:t>
        <a:bodyPr/>
        <a:lstStyle/>
        <a:p>
          <a:endParaRPr lang="nl-NL"/>
        </a:p>
      </dgm:t>
    </dgm:pt>
    <dgm:pt modelId="{5F817890-484E-40FF-A272-DE1DE5B0EFA9}">
      <dgm:prSet phldrT="[Text]" phldr="0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Technical = access</a:t>
          </a:r>
          <a:endParaRPr lang="nl-NL" dirty="0">
            <a:solidFill>
              <a:schemeClr val="tx1"/>
            </a:solidFill>
          </a:endParaRPr>
        </a:p>
      </dgm:t>
    </dgm:pt>
    <dgm:pt modelId="{6302FDEE-734D-4604-89EE-15CED2002FB8}" type="parTrans" cxnId="{BDC105C0-19E3-4972-8181-9E293F87F8B4}">
      <dgm:prSet/>
      <dgm:spPr/>
      <dgm:t>
        <a:bodyPr/>
        <a:lstStyle/>
        <a:p>
          <a:endParaRPr lang="nl-NL"/>
        </a:p>
      </dgm:t>
    </dgm:pt>
    <dgm:pt modelId="{20DB236B-DADA-46F5-9219-00ED131F8ADC}" type="sibTrans" cxnId="{BDC105C0-19E3-4972-8181-9E293F87F8B4}">
      <dgm:prSet/>
      <dgm:spPr/>
      <dgm:t>
        <a:bodyPr/>
        <a:lstStyle/>
        <a:p>
          <a:endParaRPr lang="nl-NL"/>
        </a:p>
      </dgm:t>
    </dgm:pt>
    <dgm:pt modelId="{F855E08E-6377-4D2C-81E0-871BBAED7313}" type="pres">
      <dgm:prSet presAssocID="{9B382513-F771-46A5-A194-89A4FC112069}" presName="compositeShape" presStyleCnt="0">
        <dgm:presLayoutVars>
          <dgm:chMax val="7"/>
          <dgm:dir/>
          <dgm:resizeHandles val="exact"/>
        </dgm:presLayoutVars>
      </dgm:prSet>
      <dgm:spPr/>
    </dgm:pt>
    <dgm:pt modelId="{ABEEC296-D28F-47F9-94FC-7031EB8EEA8C}" type="pres">
      <dgm:prSet presAssocID="{9B382513-F771-46A5-A194-89A4FC112069}" presName="wedge1" presStyleLbl="node1" presStyleIdx="0" presStyleCnt="3" custLinFactNeighborX="-5117" custLinFactNeighborY="3014"/>
      <dgm:spPr/>
    </dgm:pt>
    <dgm:pt modelId="{A355FB1D-4254-4432-A3D5-AEC2360AF812}" type="pres">
      <dgm:prSet presAssocID="{9B382513-F771-46A5-A194-89A4FC112069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3379B90-F638-48BB-8FAE-A035D493E406}" type="pres">
      <dgm:prSet presAssocID="{9B382513-F771-46A5-A194-89A4FC112069}" presName="wedge2" presStyleLbl="node1" presStyleIdx="1" presStyleCnt="3"/>
      <dgm:spPr/>
    </dgm:pt>
    <dgm:pt modelId="{88FFF4C1-2182-406C-A54C-3BA20CB74EFB}" type="pres">
      <dgm:prSet presAssocID="{9B382513-F771-46A5-A194-89A4FC112069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076039A1-A11E-4EA6-814B-19863E52868A}" type="pres">
      <dgm:prSet presAssocID="{9B382513-F771-46A5-A194-89A4FC112069}" presName="wedge3" presStyleLbl="node1" presStyleIdx="2" presStyleCnt="3"/>
      <dgm:spPr/>
    </dgm:pt>
    <dgm:pt modelId="{D8AFFF7B-440C-471B-8C0D-606B45749024}" type="pres">
      <dgm:prSet presAssocID="{9B382513-F771-46A5-A194-89A4FC112069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ED77E61B-8DBB-44B4-9676-4A908BE2E6C5}" type="presOf" srcId="{9B382513-F771-46A5-A194-89A4FC112069}" destId="{F855E08E-6377-4D2C-81E0-871BBAED7313}" srcOrd="0" destOrd="0" presId="urn:microsoft.com/office/officeart/2005/8/layout/chart3"/>
    <dgm:cxn modelId="{BCE3BB36-7E95-4342-BC4B-1257A62E5784}" type="presOf" srcId="{5F817890-484E-40FF-A272-DE1DE5B0EFA9}" destId="{076039A1-A11E-4EA6-814B-19863E52868A}" srcOrd="0" destOrd="0" presId="urn:microsoft.com/office/officeart/2005/8/layout/chart3"/>
    <dgm:cxn modelId="{82CDB155-71C1-406C-8750-5BE7BAF2B75C}" type="presOf" srcId="{3D85F61C-EB3F-4010-8A4C-D110BFE6B8BA}" destId="{88FFF4C1-2182-406C-A54C-3BA20CB74EFB}" srcOrd="1" destOrd="0" presId="urn:microsoft.com/office/officeart/2005/8/layout/chart3"/>
    <dgm:cxn modelId="{6B609D8F-2841-4C43-9C74-B5B15E818215}" srcId="{9B382513-F771-46A5-A194-89A4FC112069}" destId="{84F96441-122F-4431-ADF7-885F230E9614}" srcOrd="0" destOrd="0" parTransId="{A907D9EA-D227-47DA-9049-772D4E044832}" sibTransId="{4848E194-0A76-423C-A3AA-BA08BE96D837}"/>
    <dgm:cxn modelId="{DC1CCFA8-3F66-4C5E-AA72-FC73669CB9C0}" type="presOf" srcId="{5F817890-484E-40FF-A272-DE1DE5B0EFA9}" destId="{D8AFFF7B-440C-471B-8C0D-606B45749024}" srcOrd="1" destOrd="0" presId="urn:microsoft.com/office/officeart/2005/8/layout/chart3"/>
    <dgm:cxn modelId="{9D632CB1-D6B4-492E-82E2-85BF559510A9}" type="presOf" srcId="{84F96441-122F-4431-ADF7-885F230E9614}" destId="{ABEEC296-D28F-47F9-94FC-7031EB8EEA8C}" srcOrd="0" destOrd="0" presId="urn:microsoft.com/office/officeart/2005/8/layout/chart3"/>
    <dgm:cxn modelId="{BDC105C0-19E3-4972-8181-9E293F87F8B4}" srcId="{9B382513-F771-46A5-A194-89A4FC112069}" destId="{5F817890-484E-40FF-A272-DE1DE5B0EFA9}" srcOrd="2" destOrd="0" parTransId="{6302FDEE-734D-4604-89EE-15CED2002FB8}" sibTransId="{20DB236B-DADA-46F5-9219-00ED131F8ADC}"/>
    <dgm:cxn modelId="{AA355FC9-A701-48BB-AEB4-CE454C212117}" type="presOf" srcId="{3D85F61C-EB3F-4010-8A4C-D110BFE6B8BA}" destId="{93379B90-F638-48BB-8FAE-A035D493E406}" srcOrd="0" destOrd="0" presId="urn:microsoft.com/office/officeart/2005/8/layout/chart3"/>
    <dgm:cxn modelId="{D1F9C5D9-8240-4984-9B94-4FEEB478D101}" srcId="{9B382513-F771-46A5-A194-89A4FC112069}" destId="{3D85F61C-EB3F-4010-8A4C-D110BFE6B8BA}" srcOrd="1" destOrd="0" parTransId="{940F5C03-EE1B-462F-AC67-A0AC55965ADF}" sibTransId="{BC68A33E-CF17-4A48-91D1-060714DA1541}"/>
    <dgm:cxn modelId="{84C328FE-23A3-489A-A204-BE4961E92611}" type="presOf" srcId="{84F96441-122F-4431-ADF7-885F230E9614}" destId="{A355FB1D-4254-4432-A3D5-AEC2360AF812}" srcOrd="1" destOrd="0" presId="urn:microsoft.com/office/officeart/2005/8/layout/chart3"/>
    <dgm:cxn modelId="{EEB6D665-322E-45B2-8B4C-6CA58A17E16C}" type="presParOf" srcId="{F855E08E-6377-4D2C-81E0-871BBAED7313}" destId="{ABEEC296-D28F-47F9-94FC-7031EB8EEA8C}" srcOrd="0" destOrd="0" presId="urn:microsoft.com/office/officeart/2005/8/layout/chart3"/>
    <dgm:cxn modelId="{DCF5ECA1-2496-4F36-8EB3-BB89B2401A66}" type="presParOf" srcId="{F855E08E-6377-4D2C-81E0-871BBAED7313}" destId="{A355FB1D-4254-4432-A3D5-AEC2360AF812}" srcOrd="1" destOrd="0" presId="urn:microsoft.com/office/officeart/2005/8/layout/chart3"/>
    <dgm:cxn modelId="{E2E43EDD-44E2-437D-9808-83852AE865B3}" type="presParOf" srcId="{F855E08E-6377-4D2C-81E0-871BBAED7313}" destId="{93379B90-F638-48BB-8FAE-A035D493E406}" srcOrd="2" destOrd="0" presId="urn:microsoft.com/office/officeart/2005/8/layout/chart3"/>
    <dgm:cxn modelId="{829C6730-8E72-4D14-B7B8-10818CDE138A}" type="presParOf" srcId="{F855E08E-6377-4D2C-81E0-871BBAED7313}" destId="{88FFF4C1-2182-406C-A54C-3BA20CB74EFB}" srcOrd="3" destOrd="0" presId="urn:microsoft.com/office/officeart/2005/8/layout/chart3"/>
    <dgm:cxn modelId="{C9E4FD0D-F524-4A2E-BA23-D25FA7A180A4}" type="presParOf" srcId="{F855E08E-6377-4D2C-81E0-871BBAED7313}" destId="{076039A1-A11E-4EA6-814B-19863E52868A}" srcOrd="4" destOrd="0" presId="urn:microsoft.com/office/officeart/2005/8/layout/chart3"/>
    <dgm:cxn modelId="{4FB80ABF-7174-4C22-B105-DC5277A746AD}" type="presParOf" srcId="{F855E08E-6377-4D2C-81E0-871BBAED7313}" destId="{D8AFFF7B-440C-471B-8C0D-606B45749024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382513-F771-46A5-A194-89A4FC112069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NL"/>
        </a:p>
      </dgm:t>
    </dgm:pt>
    <dgm:pt modelId="{84F96441-122F-4431-ADF7-885F230E9614}">
      <dgm:prSet phldrT="[Text]" phldr="0"/>
      <dgm:spPr>
        <a:solidFill>
          <a:schemeClr val="tx1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Structural = representation</a:t>
          </a:r>
          <a:endParaRPr lang="nl-NL" dirty="0">
            <a:solidFill>
              <a:schemeClr val="tx1"/>
            </a:solidFill>
          </a:endParaRPr>
        </a:p>
      </dgm:t>
    </dgm:pt>
    <dgm:pt modelId="{A907D9EA-D227-47DA-9049-772D4E044832}" type="parTrans" cxnId="{6B609D8F-2841-4C43-9C74-B5B15E818215}">
      <dgm:prSet/>
      <dgm:spPr/>
      <dgm:t>
        <a:bodyPr/>
        <a:lstStyle/>
        <a:p>
          <a:endParaRPr lang="nl-NL"/>
        </a:p>
      </dgm:t>
    </dgm:pt>
    <dgm:pt modelId="{4848E194-0A76-423C-A3AA-BA08BE96D837}" type="sibTrans" cxnId="{6B609D8F-2841-4C43-9C74-B5B15E818215}">
      <dgm:prSet/>
      <dgm:spPr/>
      <dgm:t>
        <a:bodyPr/>
        <a:lstStyle/>
        <a:p>
          <a:endParaRPr lang="nl-NL"/>
        </a:p>
      </dgm:t>
    </dgm:pt>
    <dgm:pt modelId="{3D85F61C-EB3F-4010-8A4C-D110BFE6B8BA}">
      <dgm:prSet phldrT="[Text]" phldr="0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Semantic = meaning</a:t>
          </a:r>
          <a:endParaRPr lang="nl-NL" dirty="0">
            <a:solidFill>
              <a:schemeClr val="tx1"/>
            </a:solidFill>
          </a:endParaRPr>
        </a:p>
      </dgm:t>
    </dgm:pt>
    <dgm:pt modelId="{940F5C03-EE1B-462F-AC67-A0AC55965ADF}" type="parTrans" cxnId="{D1F9C5D9-8240-4984-9B94-4FEEB478D101}">
      <dgm:prSet/>
      <dgm:spPr/>
      <dgm:t>
        <a:bodyPr/>
        <a:lstStyle/>
        <a:p>
          <a:endParaRPr lang="nl-NL"/>
        </a:p>
      </dgm:t>
    </dgm:pt>
    <dgm:pt modelId="{BC68A33E-CF17-4A48-91D1-060714DA1541}" type="sibTrans" cxnId="{D1F9C5D9-8240-4984-9B94-4FEEB478D101}">
      <dgm:prSet/>
      <dgm:spPr/>
      <dgm:t>
        <a:bodyPr/>
        <a:lstStyle/>
        <a:p>
          <a:endParaRPr lang="nl-NL"/>
        </a:p>
      </dgm:t>
    </dgm:pt>
    <dgm:pt modelId="{5F817890-484E-40FF-A272-DE1DE5B0EFA9}">
      <dgm:prSet phldrT="[Text]" phldr="0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Technical = access</a:t>
          </a:r>
          <a:endParaRPr lang="nl-NL" dirty="0">
            <a:solidFill>
              <a:schemeClr val="tx1"/>
            </a:solidFill>
          </a:endParaRPr>
        </a:p>
      </dgm:t>
    </dgm:pt>
    <dgm:pt modelId="{6302FDEE-734D-4604-89EE-15CED2002FB8}" type="parTrans" cxnId="{BDC105C0-19E3-4972-8181-9E293F87F8B4}">
      <dgm:prSet/>
      <dgm:spPr/>
      <dgm:t>
        <a:bodyPr/>
        <a:lstStyle/>
        <a:p>
          <a:endParaRPr lang="nl-NL"/>
        </a:p>
      </dgm:t>
    </dgm:pt>
    <dgm:pt modelId="{20DB236B-DADA-46F5-9219-00ED131F8ADC}" type="sibTrans" cxnId="{BDC105C0-19E3-4972-8181-9E293F87F8B4}">
      <dgm:prSet/>
      <dgm:spPr/>
      <dgm:t>
        <a:bodyPr/>
        <a:lstStyle/>
        <a:p>
          <a:endParaRPr lang="nl-NL"/>
        </a:p>
      </dgm:t>
    </dgm:pt>
    <dgm:pt modelId="{F855E08E-6377-4D2C-81E0-871BBAED7313}" type="pres">
      <dgm:prSet presAssocID="{9B382513-F771-46A5-A194-89A4FC112069}" presName="compositeShape" presStyleCnt="0">
        <dgm:presLayoutVars>
          <dgm:chMax val="7"/>
          <dgm:dir/>
          <dgm:resizeHandles val="exact"/>
        </dgm:presLayoutVars>
      </dgm:prSet>
      <dgm:spPr/>
    </dgm:pt>
    <dgm:pt modelId="{ABEEC296-D28F-47F9-94FC-7031EB8EEA8C}" type="pres">
      <dgm:prSet presAssocID="{9B382513-F771-46A5-A194-89A4FC112069}" presName="wedge1" presStyleLbl="node1" presStyleIdx="0" presStyleCnt="3" custLinFactNeighborX="-5117" custLinFactNeighborY="3014"/>
      <dgm:spPr/>
    </dgm:pt>
    <dgm:pt modelId="{A355FB1D-4254-4432-A3D5-AEC2360AF812}" type="pres">
      <dgm:prSet presAssocID="{9B382513-F771-46A5-A194-89A4FC112069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3379B90-F638-48BB-8FAE-A035D493E406}" type="pres">
      <dgm:prSet presAssocID="{9B382513-F771-46A5-A194-89A4FC112069}" presName="wedge2" presStyleLbl="node1" presStyleIdx="1" presStyleCnt="3"/>
      <dgm:spPr/>
    </dgm:pt>
    <dgm:pt modelId="{88FFF4C1-2182-406C-A54C-3BA20CB74EFB}" type="pres">
      <dgm:prSet presAssocID="{9B382513-F771-46A5-A194-89A4FC112069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076039A1-A11E-4EA6-814B-19863E52868A}" type="pres">
      <dgm:prSet presAssocID="{9B382513-F771-46A5-A194-89A4FC112069}" presName="wedge3" presStyleLbl="node1" presStyleIdx="2" presStyleCnt="3"/>
      <dgm:spPr/>
    </dgm:pt>
    <dgm:pt modelId="{D8AFFF7B-440C-471B-8C0D-606B45749024}" type="pres">
      <dgm:prSet presAssocID="{9B382513-F771-46A5-A194-89A4FC112069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ED77E61B-8DBB-44B4-9676-4A908BE2E6C5}" type="presOf" srcId="{9B382513-F771-46A5-A194-89A4FC112069}" destId="{F855E08E-6377-4D2C-81E0-871BBAED7313}" srcOrd="0" destOrd="0" presId="urn:microsoft.com/office/officeart/2005/8/layout/chart3"/>
    <dgm:cxn modelId="{BCE3BB36-7E95-4342-BC4B-1257A62E5784}" type="presOf" srcId="{5F817890-484E-40FF-A272-DE1DE5B0EFA9}" destId="{076039A1-A11E-4EA6-814B-19863E52868A}" srcOrd="0" destOrd="0" presId="urn:microsoft.com/office/officeart/2005/8/layout/chart3"/>
    <dgm:cxn modelId="{82CDB155-71C1-406C-8750-5BE7BAF2B75C}" type="presOf" srcId="{3D85F61C-EB3F-4010-8A4C-D110BFE6B8BA}" destId="{88FFF4C1-2182-406C-A54C-3BA20CB74EFB}" srcOrd="1" destOrd="0" presId="urn:microsoft.com/office/officeart/2005/8/layout/chart3"/>
    <dgm:cxn modelId="{6B609D8F-2841-4C43-9C74-B5B15E818215}" srcId="{9B382513-F771-46A5-A194-89A4FC112069}" destId="{84F96441-122F-4431-ADF7-885F230E9614}" srcOrd="0" destOrd="0" parTransId="{A907D9EA-D227-47DA-9049-772D4E044832}" sibTransId="{4848E194-0A76-423C-A3AA-BA08BE96D837}"/>
    <dgm:cxn modelId="{DC1CCFA8-3F66-4C5E-AA72-FC73669CB9C0}" type="presOf" srcId="{5F817890-484E-40FF-A272-DE1DE5B0EFA9}" destId="{D8AFFF7B-440C-471B-8C0D-606B45749024}" srcOrd="1" destOrd="0" presId="urn:microsoft.com/office/officeart/2005/8/layout/chart3"/>
    <dgm:cxn modelId="{9D632CB1-D6B4-492E-82E2-85BF559510A9}" type="presOf" srcId="{84F96441-122F-4431-ADF7-885F230E9614}" destId="{ABEEC296-D28F-47F9-94FC-7031EB8EEA8C}" srcOrd="0" destOrd="0" presId="urn:microsoft.com/office/officeart/2005/8/layout/chart3"/>
    <dgm:cxn modelId="{BDC105C0-19E3-4972-8181-9E293F87F8B4}" srcId="{9B382513-F771-46A5-A194-89A4FC112069}" destId="{5F817890-484E-40FF-A272-DE1DE5B0EFA9}" srcOrd="2" destOrd="0" parTransId="{6302FDEE-734D-4604-89EE-15CED2002FB8}" sibTransId="{20DB236B-DADA-46F5-9219-00ED131F8ADC}"/>
    <dgm:cxn modelId="{AA355FC9-A701-48BB-AEB4-CE454C212117}" type="presOf" srcId="{3D85F61C-EB3F-4010-8A4C-D110BFE6B8BA}" destId="{93379B90-F638-48BB-8FAE-A035D493E406}" srcOrd="0" destOrd="0" presId="urn:microsoft.com/office/officeart/2005/8/layout/chart3"/>
    <dgm:cxn modelId="{D1F9C5D9-8240-4984-9B94-4FEEB478D101}" srcId="{9B382513-F771-46A5-A194-89A4FC112069}" destId="{3D85F61C-EB3F-4010-8A4C-D110BFE6B8BA}" srcOrd="1" destOrd="0" parTransId="{940F5C03-EE1B-462F-AC67-A0AC55965ADF}" sibTransId="{BC68A33E-CF17-4A48-91D1-060714DA1541}"/>
    <dgm:cxn modelId="{84C328FE-23A3-489A-A204-BE4961E92611}" type="presOf" srcId="{84F96441-122F-4431-ADF7-885F230E9614}" destId="{A355FB1D-4254-4432-A3D5-AEC2360AF812}" srcOrd="1" destOrd="0" presId="urn:microsoft.com/office/officeart/2005/8/layout/chart3"/>
    <dgm:cxn modelId="{EEB6D665-322E-45B2-8B4C-6CA58A17E16C}" type="presParOf" srcId="{F855E08E-6377-4D2C-81E0-871BBAED7313}" destId="{ABEEC296-D28F-47F9-94FC-7031EB8EEA8C}" srcOrd="0" destOrd="0" presId="urn:microsoft.com/office/officeart/2005/8/layout/chart3"/>
    <dgm:cxn modelId="{DCF5ECA1-2496-4F36-8EB3-BB89B2401A66}" type="presParOf" srcId="{F855E08E-6377-4D2C-81E0-871BBAED7313}" destId="{A355FB1D-4254-4432-A3D5-AEC2360AF812}" srcOrd="1" destOrd="0" presId="urn:microsoft.com/office/officeart/2005/8/layout/chart3"/>
    <dgm:cxn modelId="{E2E43EDD-44E2-437D-9808-83852AE865B3}" type="presParOf" srcId="{F855E08E-6377-4D2C-81E0-871BBAED7313}" destId="{93379B90-F638-48BB-8FAE-A035D493E406}" srcOrd="2" destOrd="0" presId="urn:microsoft.com/office/officeart/2005/8/layout/chart3"/>
    <dgm:cxn modelId="{829C6730-8E72-4D14-B7B8-10818CDE138A}" type="presParOf" srcId="{F855E08E-6377-4D2C-81E0-871BBAED7313}" destId="{88FFF4C1-2182-406C-A54C-3BA20CB74EFB}" srcOrd="3" destOrd="0" presId="urn:microsoft.com/office/officeart/2005/8/layout/chart3"/>
    <dgm:cxn modelId="{C9E4FD0D-F524-4A2E-BA23-D25FA7A180A4}" type="presParOf" srcId="{F855E08E-6377-4D2C-81E0-871BBAED7313}" destId="{076039A1-A11E-4EA6-814B-19863E52868A}" srcOrd="4" destOrd="0" presId="urn:microsoft.com/office/officeart/2005/8/layout/chart3"/>
    <dgm:cxn modelId="{4FB80ABF-7174-4C22-B105-DC5277A746AD}" type="presParOf" srcId="{F855E08E-6377-4D2C-81E0-871BBAED7313}" destId="{D8AFFF7B-440C-471B-8C0D-606B45749024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EC296-D28F-47F9-94FC-7031EB8EEA8C}">
      <dsp:nvSpPr>
        <dsp:cNvPr id="0" name=""/>
        <dsp:cNvSpPr/>
      </dsp:nvSpPr>
      <dsp:spPr>
        <a:xfrm>
          <a:off x="1587396" y="424975"/>
          <a:ext cx="3846031" cy="3846031"/>
        </a:xfrm>
        <a:prstGeom prst="pie">
          <a:avLst>
            <a:gd name="adj1" fmla="val 16200000"/>
            <a:gd name="adj2" fmla="val 1800000"/>
          </a:avLst>
        </a:prstGeom>
        <a:solidFill>
          <a:schemeClr val="tx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Structural = representation</a:t>
          </a:r>
          <a:endParaRPr lang="nl-NL" sz="1500" kern="1200" dirty="0">
            <a:solidFill>
              <a:schemeClr val="tx1"/>
            </a:solidFill>
          </a:endParaRPr>
        </a:p>
      </dsp:txBody>
      <dsp:txXfrm>
        <a:off x="3678446" y="1134659"/>
        <a:ext cx="1304903" cy="1282010"/>
      </dsp:txXfrm>
    </dsp:sp>
    <dsp:sp modelId="{93379B90-F638-48BB-8FAE-A035D493E406}">
      <dsp:nvSpPr>
        <dsp:cNvPr id="0" name=""/>
        <dsp:cNvSpPr/>
      </dsp:nvSpPr>
      <dsp:spPr>
        <a:xfrm>
          <a:off x="1585943" y="423521"/>
          <a:ext cx="3846031" cy="3846031"/>
        </a:xfrm>
        <a:prstGeom prst="pie">
          <a:avLst>
            <a:gd name="adj1" fmla="val 1800000"/>
            <a:gd name="adj2" fmla="val 900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Semantic = meaning</a:t>
          </a:r>
          <a:endParaRPr lang="nl-NL" sz="1500" kern="1200" dirty="0">
            <a:solidFill>
              <a:schemeClr val="tx1"/>
            </a:solidFill>
          </a:endParaRPr>
        </a:p>
      </dsp:txBody>
      <dsp:txXfrm>
        <a:off x="2639023" y="2850184"/>
        <a:ext cx="1739871" cy="1190438"/>
      </dsp:txXfrm>
    </dsp:sp>
    <dsp:sp modelId="{076039A1-A11E-4EA6-814B-19863E52868A}">
      <dsp:nvSpPr>
        <dsp:cNvPr id="0" name=""/>
        <dsp:cNvSpPr/>
      </dsp:nvSpPr>
      <dsp:spPr>
        <a:xfrm>
          <a:off x="1585943" y="423521"/>
          <a:ext cx="3846031" cy="3846031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Technical = access</a:t>
          </a:r>
          <a:endParaRPr lang="nl-NL" sz="1500" kern="1200" dirty="0">
            <a:solidFill>
              <a:schemeClr val="tx1"/>
            </a:solidFill>
          </a:endParaRPr>
        </a:p>
      </dsp:txBody>
      <dsp:txXfrm>
        <a:off x="1998018" y="1178991"/>
        <a:ext cx="1304903" cy="1282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EC296-D28F-47F9-94FC-7031EB8EEA8C}">
      <dsp:nvSpPr>
        <dsp:cNvPr id="0" name=""/>
        <dsp:cNvSpPr/>
      </dsp:nvSpPr>
      <dsp:spPr>
        <a:xfrm>
          <a:off x="1587396" y="424975"/>
          <a:ext cx="3846031" cy="3846031"/>
        </a:xfrm>
        <a:prstGeom prst="pie">
          <a:avLst>
            <a:gd name="adj1" fmla="val 16200000"/>
            <a:gd name="adj2" fmla="val 1800000"/>
          </a:avLst>
        </a:prstGeom>
        <a:solidFill>
          <a:schemeClr val="tx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Structural = representation</a:t>
          </a:r>
          <a:endParaRPr lang="nl-NL" sz="1500" kern="1200" dirty="0">
            <a:solidFill>
              <a:schemeClr val="tx1"/>
            </a:solidFill>
          </a:endParaRPr>
        </a:p>
      </dsp:txBody>
      <dsp:txXfrm>
        <a:off x="3678446" y="1134659"/>
        <a:ext cx="1304903" cy="1282010"/>
      </dsp:txXfrm>
    </dsp:sp>
    <dsp:sp modelId="{93379B90-F638-48BB-8FAE-A035D493E406}">
      <dsp:nvSpPr>
        <dsp:cNvPr id="0" name=""/>
        <dsp:cNvSpPr/>
      </dsp:nvSpPr>
      <dsp:spPr>
        <a:xfrm>
          <a:off x="1585943" y="423521"/>
          <a:ext cx="3846031" cy="3846031"/>
        </a:xfrm>
        <a:prstGeom prst="pie">
          <a:avLst>
            <a:gd name="adj1" fmla="val 1800000"/>
            <a:gd name="adj2" fmla="val 900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Semantic = meaning</a:t>
          </a:r>
          <a:endParaRPr lang="nl-NL" sz="1500" kern="1200" dirty="0">
            <a:solidFill>
              <a:schemeClr val="tx1"/>
            </a:solidFill>
          </a:endParaRPr>
        </a:p>
      </dsp:txBody>
      <dsp:txXfrm>
        <a:off x="2639023" y="2850184"/>
        <a:ext cx="1739871" cy="1190438"/>
      </dsp:txXfrm>
    </dsp:sp>
    <dsp:sp modelId="{076039A1-A11E-4EA6-814B-19863E52868A}">
      <dsp:nvSpPr>
        <dsp:cNvPr id="0" name=""/>
        <dsp:cNvSpPr/>
      </dsp:nvSpPr>
      <dsp:spPr>
        <a:xfrm>
          <a:off x="1585943" y="423521"/>
          <a:ext cx="3846031" cy="3846031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Technical = access</a:t>
          </a:r>
          <a:endParaRPr lang="nl-NL" sz="1500" kern="1200" dirty="0">
            <a:solidFill>
              <a:schemeClr val="tx1"/>
            </a:solidFill>
          </a:endParaRPr>
        </a:p>
      </dsp:txBody>
      <dsp:txXfrm>
        <a:off x="1998018" y="1178991"/>
        <a:ext cx="1304903" cy="1282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BE7BC-106D-4B03-9183-ECAC3B45AFC3}" type="datetimeFigureOut">
              <a:rPr lang="nl-NL" smtClean="0"/>
              <a:t>27-8-2026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82D0B-7FF0-4211-931C-B3C2EE69002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619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ds.climate.copernicus.eu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ata.4tu.nl/" TargetMode="External"/><Relationship Id="rId5" Type="http://schemas.openxmlformats.org/officeDocument/2006/relationships/hyperlink" Target="https://dataplatform.knmi.nl/" TargetMode="External"/><Relationship Id="rId4" Type="http://schemas.openxmlformats.org/officeDocument/2006/relationships/hyperlink" Target="https://www.earthdata.nasa.gov/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82A3931-C8FB-9179-7EA6-E0F056F1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AD38DB6-BA2F-3BD6-2FBB-B40A8424E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2E852F3B-A4BB-3C13-75F6-FC2A5A0CE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487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B48856B-7EC7-115E-2541-1EE4E8F9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6DD8B0F-CD0B-912E-5D9F-2924983AD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775E8FAD-DFDD-CC09-DC86-1D3A69464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2137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81608A1E-54E5-0731-AED8-CEC676A0B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8BB0B139-86F4-C738-06E1-38FF8B4B7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1CEE69ED-0E48-692A-5404-30D1FE964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1623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7B53FEA7-7920-B72F-AAE3-0E4F6740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AFDDACA-7871-F8FB-D2E4-E7B1F5ACF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wants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climate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output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satellite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urban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measurements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radar or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aircraft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national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meteorological datasets,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deposited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research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repositories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nl-N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first,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ecosystem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looks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search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platforms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 </a:t>
            </a:r>
            <a:r>
              <a:rPr lang="nl-N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Copernicus </a:t>
            </a:r>
            <a:r>
              <a:rPr lang="nl-N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Climate</a:t>
            </a:r>
            <a:r>
              <a:rPr lang="nl-N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Data Store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nl-N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NASA </a:t>
            </a:r>
            <a:r>
              <a:rPr lang="nl-NL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EarthData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nl-N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KNMI Data Platform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nl-NL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4TU.ResearchData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datasets are open,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downloadable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online.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platforms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climate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output,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satellite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national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radar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composites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research datasets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deposited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research </a:t>
            </a:r>
            <a:r>
              <a:rPr lang="nl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groups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B8EDDB0A-F256-C745-3D53-1661C8DC9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7484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93E43AE3-9BAF-54E6-55C2-B414D0EF9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A6E6BF19-D41F-7313-76F2-6F2B252C0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68EFC174-4BAA-A9B6-CE72-C918B8E95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9139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B801A6B4-652D-99EE-B78F-2D7A6ECA3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72388EEA-8D48-6D48-9AF4-2FC06D7F0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534FC1C4-A6FB-9911-AE69-6422D9E64E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0010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CEC5EBF-1AC1-14A6-EB18-841EE206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BE3DE3E6-DA92-B846-0BD4-EEF6B0FBB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“easy” means with the less assumptions as possible about how to integrate them and also less manual intervention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57268809-9E50-DD95-8C90-1E54974289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7046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1112052-08E0-1951-0838-D864A266C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D9D16E0-584F-6013-54F5-979570DDC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“easy” means with the less assumptions as possible about how to integrate them and also less manual intervention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1A165957-7720-895D-8D54-315E2EA93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0556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9DCB8D3E-26C9-DD79-778C-C1B960A21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E672C7F1-230C-ADC7-3334-2B31C31BA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90E56E89-F211-528C-B503-040141850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6219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432D12E6-771F-EE6C-1BD5-DA65D671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7DF08404-BA8E-825A-01CB-AE68929C2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Structural layer is also sometimes </a:t>
            </a:r>
            <a:r>
              <a:rPr lang="en-US"/>
              <a:t>called syntactic layer 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314491A2-E826-2EB1-3313-DBF605DA4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1296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8951485E-813C-74B0-66D0-79D8621F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08C7C298-6758-6A22-B640-6C58867A1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92AB385E-F592-0BAA-15F5-501EC347EC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5691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B1FEF95B-2C9E-1DAD-6DC4-2D681CD2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E045DAFD-DA42-D509-C49A-C51CB0C1A9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“easy” means with the less assumptions as possible about how to integrate them and also less manual intervention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028B6E63-6BC2-9705-FD7B-B68176261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6748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E4D1F020-3564-F177-C3D4-E5AB76C45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3A1453A4-AAB1-E36A-03AD-0A572F977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EA2B6525-8268-2305-56BA-04593E792D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8890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1">
  <p:cSld name="Inbetween Title 01">
    <p:bg>
      <p:bgPr>
        <a:solidFill>
          <a:schemeClr val="accent5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3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6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5" name="Google Shape;385;p113"/>
          <p:cNvSpPr txBox="1">
            <a:spLocks noGrp="1"/>
          </p:cNvSpPr>
          <p:nvPr>
            <p:ph type="body" idx="2"/>
          </p:nvPr>
        </p:nvSpPr>
        <p:spPr>
          <a:xfrm>
            <a:off x="152400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113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113"/>
          <p:cNvSpPr txBox="1">
            <a:spLocks noGrp="1"/>
          </p:cNvSpPr>
          <p:nvPr>
            <p:ph type="body" idx="4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334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2">
  <p:cSld name="Inbetween Title 02">
    <p:bg>
      <p:bgPr>
        <a:solidFill>
          <a:schemeClr val="accent5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4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529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114"/>
          <p:cNvSpPr txBox="1">
            <a:spLocks noGrp="1"/>
          </p:cNvSpPr>
          <p:nvPr>
            <p:ph type="body" idx="2"/>
          </p:nvPr>
        </p:nvSpPr>
        <p:spPr>
          <a:xfrm>
            <a:off x="1419225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1" name="Google Shape;391;p114"/>
          <p:cNvSpPr txBox="1">
            <a:spLocks noGrp="1"/>
          </p:cNvSpPr>
          <p:nvPr>
            <p:ph type="body" idx="3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114"/>
          <p:cNvSpPr txBox="1">
            <a:spLocks noGrp="1"/>
          </p:cNvSpPr>
          <p:nvPr>
            <p:ph type="body" idx="4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114"/>
          <p:cNvSpPr txBox="1">
            <a:spLocks noGrp="1"/>
          </p:cNvSpPr>
          <p:nvPr>
            <p:ph type="body" idx="5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83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3">
  <p:cSld name="Inbetween Title 03">
    <p:bg>
      <p:bgPr>
        <a:solidFill>
          <a:schemeClr val="accent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5"/>
          <p:cNvSpPr txBox="1">
            <a:spLocks noGrp="1"/>
          </p:cNvSpPr>
          <p:nvPr>
            <p:ph type="body" idx="1"/>
          </p:nvPr>
        </p:nvSpPr>
        <p:spPr>
          <a:xfrm>
            <a:off x="152400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115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8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4">
  <p:cSld name="Inbetween Title 04">
    <p:bg>
      <p:bgPr>
        <a:solidFill>
          <a:schemeClr val="accent5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6"/>
          <p:cNvSpPr txBox="1">
            <a:spLocks noGrp="1"/>
          </p:cNvSpPr>
          <p:nvPr>
            <p:ph type="body" idx="1"/>
          </p:nvPr>
        </p:nvSpPr>
        <p:spPr>
          <a:xfrm>
            <a:off x="1419225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9" name="Google Shape;399;p116"/>
          <p:cNvSpPr txBox="1">
            <a:spLocks noGrp="1"/>
          </p:cNvSpPr>
          <p:nvPr>
            <p:ph type="body" idx="2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0" name="Google Shape;400;p116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23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5">
  <p:cSld name="Inbetween Title 05">
    <p:bg>
      <p:bgPr>
        <a:solidFill>
          <a:schemeClr val="accent5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7"/>
          <p:cNvSpPr txBox="1">
            <a:spLocks noGrp="1"/>
          </p:cNvSpPr>
          <p:nvPr>
            <p:ph type="body" idx="1"/>
          </p:nvPr>
        </p:nvSpPr>
        <p:spPr>
          <a:xfrm>
            <a:off x="152400" y="552451"/>
            <a:ext cx="7286625" cy="872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117"/>
          <p:cNvSpPr/>
          <p:nvPr/>
        </p:nvSpPr>
        <p:spPr>
          <a:xfrm>
            <a:off x="251099" y="1536361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7"/>
          <p:cNvSpPr txBox="1">
            <a:spLocks noGrp="1"/>
          </p:cNvSpPr>
          <p:nvPr>
            <p:ph type="body" idx="2"/>
          </p:nvPr>
        </p:nvSpPr>
        <p:spPr>
          <a:xfrm>
            <a:off x="251099" y="1470320"/>
            <a:ext cx="3560201" cy="18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117"/>
          <p:cNvSpPr txBox="1">
            <a:spLocks noGrp="1"/>
          </p:cNvSpPr>
          <p:nvPr>
            <p:ph type="body" idx="3"/>
          </p:nvPr>
        </p:nvSpPr>
        <p:spPr>
          <a:xfrm>
            <a:off x="149842" y="1722628"/>
            <a:ext cx="4431683" cy="59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6" name="Google Shape;406;p117"/>
          <p:cNvSpPr txBox="1">
            <a:spLocks noGrp="1"/>
          </p:cNvSpPr>
          <p:nvPr>
            <p:ph type="body" idx="4"/>
          </p:nvPr>
        </p:nvSpPr>
        <p:spPr>
          <a:xfrm>
            <a:off x="154971" y="4540926"/>
            <a:ext cx="5941029" cy="188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Light"/>
              <a:buNone/>
              <a:defRPr sz="11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7" name="Google Shape;407;p117"/>
          <p:cNvSpPr txBox="1">
            <a:spLocks noGrp="1"/>
          </p:cNvSpPr>
          <p:nvPr>
            <p:ph type="body" idx="5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117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7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018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6">
  <p:cSld name="Inbetween Title 06">
    <p:bg>
      <p:bgPr>
        <a:solidFill>
          <a:srgbClr val="F29100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8"/>
          <p:cNvSpPr txBox="1">
            <a:spLocks noGrp="1"/>
          </p:cNvSpPr>
          <p:nvPr>
            <p:ph type="body" idx="1"/>
          </p:nvPr>
        </p:nvSpPr>
        <p:spPr>
          <a:xfrm>
            <a:off x="4733926" y="5952792"/>
            <a:ext cx="6177280" cy="49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2" name="Google Shape;412;p118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3" name="Google Shape;413;p118"/>
          <p:cNvSpPr txBox="1">
            <a:spLocks noGrp="1"/>
          </p:cNvSpPr>
          <p:nvPr>
            <p:ph type="body" idx="3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073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7">
  <p:cSld name="Inbetween Title 07">
    <p:bg>
      <p:bgPr>
        <a:solidFill>
          <a:schemeClr val="accent5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9"/>
          <p:cNvSpPr txBox="1">
            <a:spLocks noGrp="1"/>
          </p:cNvSpPr>
          <p:nvPr>
            <p:ph type="body" idx="1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119"/>
          <p:cNvSpPr txBox="1">
            <a:spLocks noGrp="1"/>
          </p:cNvSpPr>
          <p:nvPr>
            <p:ph type="body" idx="2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7" name="Google Shape;417;p119"/>
          <p:cNvSpPr txBox="1">
            <a:spLocks noGrp="1"/>
          </p:cNvSpPr>
          <p:nvPr>
            <p:ph type="body" idx="3"/>
          </p:nvPr>
        </p:nvSpPr>
        <p:spPr>
          <a:xfrm>
            <a:off x="149842" y="4826000"/>
            <a:ext cx="5705476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119"/>
          <p:cNvSpPr txBox="1">
            <a:spLocks noGrp="1"/>
          </p:cNvSpPr>
          <p:nvPr>
            <p:ph type="body" idx="4"/>
          </p:nvPr>
        </p:nvSpPr>
        <p:spPr>
          <a:xfrm>
            <a:off x="152400" y="2343150"/>
            <a:ext cx="570547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119"/>
          <p:cNvSpPr>
            <a:spLocks noGrp="1"/>
          </p:cNvSpPr>
          <p:nvPr>
            <p:ph type="pic" idx="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119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9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40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89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09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13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2"/>
          <p:cNvSpPr txBox="1"/>
          <p:nvPr/>
        </p:nvSpPr>
        <p:spPr>
          <a:xfrm>
            <a:off x="163758" y="6463552"/>
            <a:ext cx="118879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de-DE"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4TU.RESEARCH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9230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D54E01BA-46E1-A188-E86D-2BDF0365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3">
            <a:extLst>
              <a:ext uri="{FF2B5EF4-FFF2-40B4-BE49-F238E27FC236}">
                <a16:creationId xmlns:a16="http://schemas.microsoft.com/office/drawing/2014/main" id="{B2861DCE-AF2C-DB99-9CBA-F987E9F09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61241" y="1557276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Introduction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1070" name="Google Shape;1070;p43">
            <a:extLst>
              <a:ext uri="{FF2B5EF4-FFF2-40B4-BE49-F238E27FC236}">
                <a16:creationId xmlns:a16="http://schemas.microsoft.com/office/drawing/2014/main" id="{871C7448-7A50-2C57-6073-EB86A1615C8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14312" y="3931554"/>
            <a:ext cx="117633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4000" dirty="0"/>
              <a:t>Interoperability in Climate and Atmospheric sciences</a:t>
            </a:r>
            <a:endParaRPr sz="4000" dirty="0"/>
          </a:p>
        </p:txBody>
      </p:sp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618B9F0E-E06D-F716-AE71-C588FBE249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0;p43">
            <a:extLst>
              <a:ext uri="{FF2B5EF4-FFF2-40B4-BE49-F238E27FC236}">
                <a16:creationId xmlns:a16="http://schemas.microsoft.com/office/drawing/2014/main" id="{F27C4388-0FB1-755F-7D32-E87CE1598747}"/>
              </a:ext>
            </a:extLst>
          </p:cNvPr>
          <p:cNvSpPr txBox="1">
            <a:spLocks/>
          </p:cNvSpPr>
          <p:nvPr/>
        </p:nvSpPr>
        <p:spPr>
          <a:xfrm>
            <a:off x="3105150" y="4907805"/>
            <a:ext cx="57531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FAIR </a:t>
            </a:r>
            <a:r>
              <a:rPr lang="en-US" sz="3600" kern="0" dirty="0" err="1"/>
              <a:t>NetCDF</a:t>
            </a:r>
            <a:r>
              <a:rPr lang="en-US" sz="3600" kern="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38693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59930EAE-75F6-39BE-16EB-A032B9F1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00A431D-57BB-5EB9-62D3-A056891D42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0C227141-F11E-9DE9-1249-634920557D2D}"/>
              </a:ext>
            </a:extLst>
          </p:cNvPr>
          <p:cNvSpPr txBox="1">
            <a:spLocks/>
          </p:cNvSpPr>
          <p:nvPr/>
        </p:nvSpPr>
        <p:spPr>
          <a:xfrm>
            <a:off x="1162050" y="148179"/>
            <a:ext cx="3657600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The Problem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F2B41B-D5B1-4562-C498-EEEE1A392D4D}"/>
              </a:ext>
            </a:extLst>
          </p:cNvPr>
          <p:cNvGrpSpPr/>
          <p:nvPr/>
        </p:nvGrpSpPr>
        <p:grpSpPr>
          <a:xfrm>
            <a:off x="5631898" y="839613"/>
            <a:ext cx="6296025" cy="5728901"/>
            <a:chOff x="3590925" y="725313"/>
            <a:chExt cx="6296025" cy="572890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706CBD8-3757-C205-AAD8-D4E17F88E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9850" y="1253563"/>
              <a:ext cx="3467100" cy="5200651"/>
            </a:xfrm>
            <a:prstGeom prst="rect">
              <a:avLst/>
            </a:prstGeom>
          </p:spPr>
        </p:pic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0BF0829E-5109-8079-C23E-A427500F4FD4}"/>
                </a:ext>
              </a:extLst>
            </p:cNvPr>
            <p:cNvSpPr/>
            <p:nvPr/>
          </p:nvSpPr>
          <p:spPr>
            <a:xfrm>
              <a:off x="3590925" y="725313"/>
              <a:ext cx="3933825" cy="2313162"/>
            </a:xfrm>
            <a:prstGeom prst="wedgeEllipseCallout">
              <a:avLst>
                <a:gd name="adj1" fmla="val 57048"/>
                <a:gd name="adj2" fmla="val 1689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Hi! I am Ash , and I am studying the spatial and temporal distribution of rainfall and drizzle in Europe</a:t>
              </a:r>
              <a:endParaRPr lang="nl-NL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498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2D28C8C0-9609-8EA4-FE02-B67059AE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D24C682D-18C1-ADB4-D7FD-CBC64BE429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05F0872A-C171-2905-D175-4120BE4EDA6E}"/>
              </a:ext>
            </a:extLst>
          </p:cNvPr>
          <p:cNvSpPr txBox="1">
            <a:spLocks/>
          </p:cNvSpPr>
          <p:nvPr/>
        </p:nvSpPr>
        <p:spPr>
          <a:xfrm>
            <a:off x="1162050" y="148179"/>
            <a:ext cx="3657600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The Problem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51B72F2-EED6-F387-55B9-60110E6F9F11}"/>
              </a:ext>
            </a:extLst>
          </p:cNvPr>
          <p:cNvGrpSpPr/>
          <p:nvPr/>
        </p:nvGrpSpPr>
        <p:grpSpPr>
          <a:xfrm>
            <a:off x="5631898" y="839613"/>
            <a:ext cx="6296025" cy="5728901"/>
            <a:chOff x="3590925" y="725313"/>
            <a:chExt cx="6296025" cy="572890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09C9338-7B1B-F4C6-813E-4FD0B190A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9850" y="1253563"/>
              <a:ext cx="3467100" cy="5200651"/>
            </a:xfrm>
            <a:prstGeom prst="rect">
              <a:avLst/>
            </a:prstGeom>
          </p:spPr>
        </p:pic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17CE7E24-D221-1585-F74A-E459CF219E35}"/>
                </a:ext>
              </a:extLst>
            </p:cNvPr>
            <p:cNvSpPr/>
            <p:nvPr/>
          </p:nvSpPr>
          <p:spPr>
            <a:xfrm>
              <a:off x="3590925" y="725313"/>
              <a:ext cx="3933825" cy="2313162"/>
            </a:xfrm>
            <a:prstGeom prst="wedgeEllipseCallout">
              <a:avLst>
                <a:gd name="adj1" fmla="val 57048"/>
                <a:gd name="adj2" fmla="val 1689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Hi! I am Ash , and I am studying the spatial and temporal distribution of </a:t>
              </a:r>
              <a:r>
                <a:rPr lang="en-US" b="1" dirty="0">
                  <a:solidFill>
                    <a:schemeClr val="tx1"/>
                  </a:solidFill>
                </a:rPr>
                <a:t>rainfall and drizzle</a:t>
              </a:r>
              <a:r>
                <a:rPr lang="en-US" dirty="0">
                  <a:solidFill>
                    <a:schemeClr val="tx1"/>
                  </a:solidFill>
                </a:rPr>
                <a:t> in Europe</a:t>
              </a:r>
              <a:endParaRPr lang="nl-NL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46BF121-ABF6-4A65-5424-14BC358902A5}"/>
              </a:ext>
            </a:extLst>
          </p:cNvPr>
          <p:cNvGrpSpPr/>
          <p:nvPr/>
        </p:nvGrpSpPr>
        <p:grpSpPr>
          <a:xfrm>
            <a:off x="264077" y="2229875"/>
            <a:ext cx="5297062" cy="3476626"/>
            <a:chOff x="264077" y="2229875"/>
            <a:chExt cx="5297062" cy="3476626"/>
          </a:xfrm>
        </p:grpSpPr>
        <p:pic>
          <p:nvPicPr>
            <p:cNvPr id="20" name="Picture 19" descr="The main types of precipitation are rain, snow, sleet, freezing rain, hail,  drizzle, and graupel. • Rain: Liquid water droplets that fall when air temperature  is above freezing. • Snow: Ice crystals">
              <a:extLst>
                <a:ext uri="{FF2B5EF4-FFF2-40B4-BE49-F238E27FC236}">
                  <a16:creationId xmlns:a16="http://schemas.microsoft.com/office/drawing/2014/main" id="{D0989490-2E14-8614-CB9E-D5345513A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31811" b="18963"/>
            <a:stretch>
              <a:fillRect/>
            </a:stretch>
          </p:blipFill>
          <p:spPr>
            <a:xfrm>
              <a:off x="264077" y="2229875"/>
              <a:ext cx="5297062" cy="3476626"/>
            </a:xfrm>
            <a:prstGeom prst="rect">
              <a:avLst/>
            </a:prstGeom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8EFE3E0-41C7-07DF-FB27-0A63B209D937}"/>
                </a:ext>
              </a:extLst>
            </p:cNvPr>
            <p:cNvSpPr/>
            <p:nvPr/>
          </p:nvSpPr>
          <p:spPr>
            <a:xfrm>
              <a:off x="352425" y="2495550"/>
              <a:ext cx="2352675" cy="1590675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08477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22183A85-A9B8-5A24-23D1-2E61142B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1CDC99CE-00C6-01AF-2929-5FF87FA896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AC593CF8-3ACB-3F45-E0AC-18A04B047EB6}"/>
              </a:ext>
            </a:extLst>
          </p:cNvPr>
          <p:cNvSpPr txBox="1">
            <a:spLocks/>
          </p:cNvSpPr>
          <p:nvPr/>
        </p:nvSpPr>
        <p:spPr>
          <a:xfrm>
            <a:off x="1162050" y="148179"/>
            <a:ext cx="3657600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1CCD0-A080-4CC2-CDA5-456770F86E0C}"/>
              </a:ext>
            </a:extLst>
          </p:cNvPr>
          <p:cNvSpPr txBox="1"/>
          <p:nvPr/>
        </p:nvSpPr>
        <p:spPr>
          <a:xfrm>
            <a:off x="2469784" y="1886674"/>
            <a:ext cx="6898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She needs to compare multiple data from different sources </a:t>
            </a:r>
            <a:endParaRPr lang="nl-NL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703D54-2225-958E-B357-BF76735C3623}"/>
              </a:ext>
            </a:extLst>
          </p:cNvPr>
          <p:cNvSpPr/>
          <p:nvPr/>
        </p:nvSpPr>
        <p:spPr>
          <a:xfrm>
            <a:off x="752353" y="2882094"/>
            <a:ext cx="1458411" cy="92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Climate models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7789F6-6276-343F-D144-9B0BC056F79C}"/>
              </a:ext>
            </a:extLst>
          </p:cNvPr>
          <p:cNvSpPr/>
          <p:nvPr/>
        </p:nvSpPr>
        <p:spPr>
          <a:xfrm>
            <a:off x="2823981" y="2882094"/>
            <a:ext cx="1662173" cy="9259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Satellite observations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06BB67-9FE6-49ED-E203-BA7681B5C4AF}"/>
              </a:ext>
            </a:extLst>
          </p:cNvPr>
          <p:cNvSpPr/>
          <p:nvPr/>
        </p:nvSpPr>
        <p:spPr>
          <a:xfrm>
            <a:off x="5099372" y="2882094"/>
            <a:ext cx="1662173" cy="92597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Urban sensor data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BEC020-3F41-761C-634F-AEA40057140F}"/>
              </a:ext>
            </a:extLst>
          </p:cNvPr>
          <p:cNvSpPr/>
          <p:nvPr/>
        </p:nvSpPr>
        <p:spPr>
          <a:xfrm>
            <a:off x="7207894" y="2882094"/>
            <a:ext cx="1662173" cy="92597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Radar observations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8C313A-0DE5-D75F-2902-91F62A62CE43}"/>
              </a:ext>
            </a:extLst>
          </p:cNvPr>
          <p:cNvSpPr/>
          <p:nvPr/>
        </p:nvSpPr>
        <p:spPr>
          <a:xfrm>
            <a:off x="9368019" y="2882094"/>
            <a:ext cx="1805676" cy="9259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National meteorological datasets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28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5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1339EFA-8D49-56C2-0199-18D8047E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5D560C77-E302-39EF-E75B-93395D98A8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9F14735E-93AC-3BF5-7EF8-64D593C61486}"/>
              </a:ext>
            </a:extLst>
          </p:cNvPr>
          <p:cNvSpPr txBox="1">
            <a:spLocks/>
          </p:cNvSpPr>
          <p:nvPr/>
        </p:nvSpPr>
        <p:spPr>
          <a:xfrm>
            <a:off x="1162050" y="148179"/>
            <a:ext cx="3657600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CEB98-5709-1AB7-2744-57AB8B4880BF}"/>
              </a:ext>
            </a:extLst>
          </p:cNvPr>
          <p:cNvSpPr txBox="1"/>
          <p:nvPr/>
        </p:nvSpPr>
        <p:spPr>
          <a:xfrm>
            <a:off x="2469784" y="1886674"/>
            <a:ext cx="6898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She needs to compare multiple data from different sources </a:t>
            </a:r>
            <a:endParaRPr lang="nl-NL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E7A4EC-3D5A-0CAB-EFA7-64A3B67FF306}"/>
              </a:ext>
            </a:extLst>
          </p:cNvPr>
          <p:cNvSpPr/>
          <p:nvPr/>
        </p:nvSpPr>
        <p:spPr>
          <a:xfrm>
            <a:off x="752353" y="2882094"/>
            <a:ext cx="1458411" cy="92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Climate models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110240-7EE2-F763-4DDF-9CC8E66B2AEB}"/>
              </a:ext>
            </a:extLst>
          </p:cNvPr>
          <p:cNvSpPr/>
          <p:nvPr/>
        </p:nvSpPr>
        <p:spPr>
          <a:xfrm>
            <a:off x="2823981" y="2882094"/>
            <a:ext cx="1662173" cy="9259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Satellite observations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7DE4B4-BE63-E45C-8704-3F5AB43348C2}"/>
              </a:ext>
            </a:extLst>
          </p:cNvPr>
          <p:cNvSpPr/>
          <p:nvPr/>
        </p:nvSpPr>
        <p:spPr>
          <a:xfrm>
            <a:off x="5099372" y="2882094"/>
            <a:ext cx="1662173" cy="92597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Urban sensor data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1848A1-B300-AF88-294F-3B404DEF8F5D}"/>
              </a:ext>
            </a:extLst>
          </p:cNvPr>
          <p:cNvSpPr/>
          <p:nvPr/>
        </p:nvSpPr>
        <p:spPr>
          <a:xfrm>
            <a:off x="7207894" y="2882094"/>
            <a:ext cx="1662173" cy="92597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Radar observations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F14F90-A36C-2C62-C598-97B9AA90D759}"/>
              </a:ext>
            </a:extLst>
          </p:cNvPr>
          <p:cNvSpPr/>
          <p:nvPr/>
        </p:nvSpPr>
        <p:spPr>
          <a:xfrm>
            <a:off x="9368019" y="2882094"/>
            <a:ext cx="1805676" cy="9259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National meteorological datasets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BBCAC-5097-CB3D-7E68-5A8C3DB9FAD2}"/>
              </a:ext>
            </a:extLst>
          </p:cNvPr>
          <p:cNvSpPr txBox="1"/>
          <p:nvPr/>
        </p:nvSpPr>
        <p:spPr>
          <a:xfrm>
            <a:off x="2292511" y="4247126"/>
            <a:ext cx="72758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Each type of data comes in </a:t>
            </a:r>
            <a:r>
              <a:rPr lang="en-US" sz="2000" b="1" dirty="0"/>
              <a:t>different formats </a:t>
            </a:r>
            <a:r>
              <a:rPr lang="en-US" sz="2000" dirty="0"/>
              <a:t>, different ways of </a:t>
            </a:r>
            <a:r>
              <a:rPr lang="en-US" sz="2000" b="1" dirty="0"/>
              <a:t>access</a:t>
            </a:r>
            <a:r>
              <a:rPr lang="en-US" sz="2000" dirty="0"/>
              <a:t> and many of them use </a:t>
            </a:r>
            <a:r>
              <a:rPr lang="en-US" sz="2000" b="1" dirty="0"/>
              <a:t>different variable names </a:t>
            </a:r>
            <a:r>
              <a:rPr lang="en-US" sz="2000" dirty="0"/>
              <a:t>for the same </a:t>
            </a:r>
            <a:br>
              <a:rPr lang="en-US" sz="2000" dirty="0"/>
            </a:br>
            <a:r>
              <a:rPr lang="en-US" sz="2000" dirty="0"/>
              <a:t>physical quantity.  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4140464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E3E879B3-6892-C37A-47F6-7D0B7F0C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07E6E6F9-A200-8A39-807D-0B8E584F8A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D4C1D7B2-C296-81C1-E88D-3DCB8A977DF9}"/>
              </a:ext>
            </a:extLst>
          </p:cNvPr>
          <p:cNvSpPr txBox="1">
            <a:spLocks/>
          </p:cNvSpPr>
          <p:nvPr/>
        </p:nvSpPr>
        <p:spPr>
          <a:xfrm>
            <a:off x="1162050" y="148179"/>
            <a:ext cx="3657600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7C3A7-595D-0A62-40F6-22EC5D156EA4}"/>
              </a:ext>
            </a:extLst>
          </p:cNvPr>
          <p:cNvSpPr txBox="1"/>
          <p:nvPr/>
        </p:nvSpPr>
        <p:spPr>
          <a:xfrm>
            <a:off x="2469784" y="1886674"/>
            <a:ext cx="6898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She needs to compare multiple data from different sources </a:t>
            </a:r>
            <a:endParaRPr lang="nl-NL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FD5535-881B-6737-95F2-D34BFABE7D6C}"/>
              </a:ext>
            </a:extLst>
          </p:cNvPr>
          <p:cNvSpPr/>
          <p:nvPr/>
        </p:nvSpPr>
        <p:spPr>
          <a:xfrm>
            <a:off x="752353" y="2882094"/>
            <a:ext cx="1458411" cy="92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Climate models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0556FB-2F7A-CE89-729E-5D0974A35C27}"/>
              </a:ext>
            </a:extLst>
          </p:cNvPr>
          <p:cNvSpPr/>
          <p:nvPr/>
        </p:nvSpPr>
        <p:spPr>
          <a:xfrm>
            <a:off x="2823981" y="2882094"/>
            <a:ext cx="1662173" cy="9259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Satellite observations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0A9225-AE3E-7459-C2B5-6117A8E726BA}"/>
              </a:ext>
            </a:extLst>
          </p:cNvPr>
          <p:cNvSpPr/>
          <p:nvPr/>
        </p:nvSpPr>
        <p:spPr>
          <a:xfrm>
            <a:off x="5099372" y="2882094"/>
            <a:ext cx="1662173" cy="92597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Urban sensor data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539C4F-3B26-C5A2-FA07-7522CC5D194F}"/>
              </a:ext>
            </a:extLst>
          </p:cNvPr>
          <p:cNvSpPr/>
          <p:nvPr/>
        </p:nvSpPr>
        <p:spPr>
          <a:xfrm>
            <a:off x="7207894" y="2882094"/>
            <a:ext cx="1662173" cy="92597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Radar observations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EF5056-7888-05FA-8B3E-5E23CA133EF1}"/>
              </a:ext>
            </a:extLst>
          </p:cNvPr>
          <p:cNvSpPr/>
          <p:nvPr/>
        </p:nvSpPr>
        <p:spPr>
          <a:xfrm>
            <a:off x="9368019" y="2882094"/>
            <a:ext cx="1805676" cy="9259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National meteorological datasets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18B580-63B1-88B6-2F5B-4C82E1B6D988}"/>
              </a:ext>
            </a:extLst>
          </p:cNvPr>
          <p:cNvSpPr txBox="1"/>
          <p:nvPr/>
        </p:nvSpPr>
        <p:spPr>
          <a:xfrm>
            <a:off x="2292511" y="4247126"/>
            <a:ext cx="72758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Each type of data comes in </a:t>
            </a:r>
            <a:r>
              <a:rPr lang="en-US" sz="20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different formats 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, different ways of </a:t>
            </a:r>
            <a:r>
              <a:rPr lang="en-US" sz="20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access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and many of them use </a:t>
            </a:r>
            <a:r>
              <a:rPr lang="en-US" sz="20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different variable names 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for the same </a:t>
            </a:r>
            <a:b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physical quantity.  </a:t>
            </a:r>
            <a:endParaRPr lang="nl-NL" sz="20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759CD-F871-D3FC-5A2A-35D5632AC8B7}"/>
              </a:ext>
            </a:extLst>
          </p:cNvPr>
          <p:cNvSpPr txBox="1"/>
          <p:nvPr/>
        </p:nvSpPr>
        <p:spPr>
          <a:xfrm>
            <a:off x="2210764" y="5879015"/>
            <a:ext cx="7275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Can these datasets be combined/ work together to be able to answer Ash’s scientific question? </a:t>
            </a:r>
            <a:endParaRPr lang="nl-NL" sz="2000" b="1" dirty="0"/>
          </a:p>
        </p:txBody>
      </p:sp>
    </p:spTree>
    <p:extLst>
      <p:ext uri="{BB962C8B-B14F-4D97-AF65-F5344CB8AC3E}">
        <p14:creationId xmlns:p14="http://schemas.microsoft.com/office/powerpoint/2010/main" val="361882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CD620A34-1EBD-919E-B430-3AC88DC0E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AB59F1FE-4A57-0928-1823-77399D5259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A483DC-45C7-5773-0E65-5F098CD3869A}"/>
              </a:ext>
            </a:extLst>
          </p:cNvPr>
          <p:cNvSpPr txBox="1"/>
          <p:nvPr/>
        </p:nvSpPr>
        <p:spPr>
          <a:xfrm>
            <a:off x="1992775" y="2089246"/>
            <a:ext cx="8206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Interoperability </a:t>
            </a:r>
            <a:r>
              <a:rPr lang="en-US" sz="2400" dirty="0"/>
              <a:t>is about enabling data to work with other data , software, services and research workflows as “easy” as possible. 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235509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0A909AAB-6D10-F00C-1AA7-58F0D060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AB1B46B6-00EC-01B2-7292-777E80C9AE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A0280C-3E08-858D-F292-400813A9E3E9}"/>
              </a:ext>
            </a:extLst>
          </p:cNvPr>
          <p:cNvSpPr txBox="1"/>
          <p:nvPr/>
        </p:nvSpPr>
        <p:spPr>
          <a:xfrm>
            <a:off x="1992775" y="2089246"/>
            <a:ext cx="8206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Interoperability </a:t>
            </a:r>
            <a:r>
              <a:rPr lang="en-US" sz="2400" dirty="0"/>
              <a:t>is about enabling data to work with other data , software, services and research workflows as “easy” as possible. </a:t>
            </a:r>
            <a:endParaRPr lang="nl-NL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3D33F-7DC5-89DB-1C94-20DD263C9A2F}"/>
              </a:ext>
            </a:extLst>
          </p:cNvPr>
          <p:cNvSpPr txBox="1"/>
          <p:nvPr/>
        </p:nvSpPr>
        <p:spPr>
          <a:xfrm>
            <a:off x="1992775" y="4128319"/>
            <a:ext cx="820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Interoperable datasets can connect to an ecosystem</a:t>
            </a:r>
            <a:endParaRPr lang="nl-NL" sz="2400" b="1" dirty="0"/>
          </a:p>
        </p:txBody>
      </p:sp>
    </p:spTree>
    <p:extLst>
      <p:ext uri="{BB962C8B-B14F-4D97-AF65-F5344CB8AC3E}">
        <p14:creationId xmlns:p14="http://schemas.microsoft.com/office/powerpoint/2010/main" val="340876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E63255F-F19C-B5C6-15F0-2D4726A21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C301FED4-7590-C7F8-7471-466C85E79A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D7B1E1B-A35E-F21A-8FEA-F1234EE688F8}"/>
              </a:ext>
            </a:extLst>
          </p:cNvPr>
          <p:cNvSpPr/>
          <p:nvPr/>
        </p:nvSpPr>
        <p:spPr>
          <a:xfrm>
            <a:off x="4259483" y="2908139"/>
            <a:ext cx="3426106" cy="10417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Interoperable dataset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B84F48F6-5308-DF55-B8E7-5A6A8D0A1E70}"/>
              </a:ext>
            </a:extLst>
          </p:cNvPr>
          <p:cNvSpPr/>
          <p:nvPr/>
        </p:nvSpPr>
        <p:spPr>
          <a:xfrm>
            <a:off x="5769977" y="1882333"/>
            <a:ext cx="405114" cy="902825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6C7492-FFE0-F679-3084-8217303EB3D7}"/>
              </a:ext>
            </a:extLst>
          </p:cNvPr>
          <p:cNvSpPr/>
          <p:nvPr/>
        </p:nvSpPr>
        <p:spPr>
          <a:xfrm>
            <a:off x="4664597" y="1007294"/>
            <a:ext cx="2453833" cy="75205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Opened directly in a Python notebook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2E9FC1-B781-3AB1-52DD-6833C4FF0C0A}"/>
              </a:ext>
            </a:extLst>
          </p:cNvPr>
          <p:cNvSpPr/>
          <p:nvPr/>
        </p:nvSpPr>
        <p:spPr>
          <a:xfrm>
            <a:off x="9122780" y="3045662"/>
            <a:ext cx="2694972" cy="7666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Visualized in an online viewer or dashboard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E88EAEAC-4154-BEDC-5BC3-5DD92AB5EB3A}"/>
              </a:ext>
            </a:extLst>
          </p:cNvPr>
          <p:cNvSpPr/>
          <p:nvPr/>
        </p:nvSpPr>
        <p:spPr>
          <a:xfrm rot="5400000">
            <a:off x="8201627" y="2977588"/>
            <a:ext cx="405114" cy="902825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1A55E4C-063C-693D-06CB-1E57CBCAC451}"/>
              </a:ext>
            </a:extLst>
          </p:cNvPr>
          <p:cNvSpPr/>
          <p:nvPr/>
        </p:nvSpPr>
        <p:spPr>
          <a:xfrm>
            <a:off x="4687747" y="5474676"/>
            <a:ext cx="2816506" cy="104172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Accessed remotely through an API without downloading the file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F7270C9A-A50D-5DD4-A69B-240E6FEE8CF9}"/>
              </a:ext>
            </a:extLst>
          </p:cNvPr>
          <p:cNvSpPr/>
          <p:nvPr/>
        </p:nvSpPr>
        <p:spPr>
          <a:xfrm rot="10800000">
            <a:off x="5769978" y="4329970"/>
            <a:ext cx="405114" cy="902825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D3C7F0-6CB0-17DD-5632-F51678F84CD0}"/>
              </a:ext>
            </a:extLst>
          </p:cNvPr>
          <p:cNvSpPr txBox="1"/>
          <p:nvPr/>
        </p:nvSpPr>
        <p:spPr>
          <a:xfrm>
            <a:off x="6175092" y="2233201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can be</a:t>
            </a:r>
            <a:endParaRPr lang="nl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8EEE64-8675-604B-3D07-8BCAB80C2CC4}"/>
              </a:ext>
            </a:extLst>
          </p:cNvPr>
          <p:cNvSpPr txBox="1"/>
          <p:nvPr/>
        </p:nvSpPr>
        <p:spPr>
          <a:xfrm>
            <a:off x="7952771" y="376519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can be</a:t>
            </a:r>
            <a:endParaRPr lang="nl-N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A0F676-41F0-0467-DEAE-ACF3AACE5038}"/>
              </a:ext>
            </a:extLst>
          </p:cNvPr>
          <p:cNvSpPr txBox="1"/>
          <p:nvPr/>
        </p:nvSpPr>
        <p:spPr>
          <a:xfrm>
            <a:off x="6175092" y="455364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can be</a:t>
            </a:r>
            <a:endParaRPr lang="nl-NL" dirty="0"/>
          </a:p>
        </p:txBody>
      </p:sp>
      <p:sp>
        <p:nvSpPr>
          <p:cNvPr id="27" name="Arrow: Up 26">
            <a:extLst>
              <a:ext uri="{FF2B5EF4-FFF2-40B4-BE49-F238E27FC236}">
                <a16:creationId xmlns:a16="http://schemas.microsoft.com/office/drawing/2014/main" id="{5CB8377E-9232-D0A6-1516-DC3493B22399}"/>
              </a:ext>
            </a:extLst>
          </p:cNvPr>
          <p:cNvSpPr/>
          <p:nvPr/>
        </p:nvSpPr>
        <p:spPr>
          <a:xfrm rot="16200000">
            <a:off x="3338331" y="2977588"/>
            <a:ext cx="405114" cy="902825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6DAD91E-1CC8-CD4C-ADE7-C0FE550465F1}"/>
              </a:ext>
            </a:extLst>
          </p:cNvPr>
          <p:cNvSpPr/>
          <p:nvPr/>
        </p:nvSpPr>
        <p:spPr>
          <a:xfrm>
            <a:off x="260912" y="3045662"/>
            <a:ext cx="2694972" cy="7666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Combined with a second climate dataset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FC9E79-940D-3F24-4E09-3A3D2DD59C26}"/>
              </a:ext>
            </a:extLst>
          </p:cNvPr>
          <p:cNvSpPr txBox="1"/>
          <p:nvPr/>
        </p:nvSpPr>
        <p:spPr>
          <a:xfrm>
            <a:off x="3006126" y="3765194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can be</a:t>
            </a:r>
            <a:endParaRPr lang="nl-N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11204A-1B72-E059-0082-E1319DEEE20B}"/>
              </a:ext>
            </a:extLst>
          </p:cNvPr>
          <p:cNvSpPr txBox="1"/>
          <p:nvPr/>
        </p:nvSpPr>
        <p:spPr>
          <a:xfrm>
            <a:off x="1992775" y="306295"/>
            <a:ext cx="820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Interoperable datasets can connect to an ecosystem</a:t>
            </a:r>
            <a:endParaRPr lang="nl-NL" sz="2400" b="1" dirty="0"/>
          </a:p>
        </p:txBody>
      </p:sp>
    </p:spTree>
    <p:extLst>
      <p:ext uri="{BB962C8B-B14F-4D97-AF65-F5344CB8AC3E}">
        <p14:creationId xmlns:p14="http://schemas.microsoft.com/office/powerpoint/2010/main" val="321872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1" grpId="0"/>
      <p:bldP spid="23" grpId="0"/>
      <p:bldP spid="25" grpId="0"/>
      <p:bldP spid="29" grpId="0" animBg="1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D76EEE46-C5C9-14E7-E9C6-6C335CD1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799E95ED-1327-1C9A-1467-E91F3F72BF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EF9513D-3371-7E55-B312-42CF13E0D8F6}"/>
              </a:ext>
            </a:extLst>
          </p:cNvPr>
          <p:cNvSpPr txBox="1"/>
          <p:nvPr/>
        </p:nvSpPr>
        <p:spPr>
          <a:xfrm>
            <a:off x="1992775" y="306295"/>
            <a:ext cx="820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Three layers of interoperability  </a:t>
            </a:r>
            <a:endParaRPr lang="nl-NL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476E8-7955-BCC5-2C6A-258B4C6649B2}"/>
              </a:ext>
            </a:extLst>
          </p:cNvPr>
          <p:cNvSpPr txBox="1"/>
          <p:nvPr/>
        </p:nvSpPr>
        <p:spPr>
          <a:xfrm>
            <a:off x="7992827" y="1689904"/>
            <a:ext cx="2824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Can software understand how the data are organized?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E4234-7C81-2D9F-01B4-901EC71E6F5F}"/>
              </a:ext>
            </a:extLst>
          </p:cNvPr>
          <p:cNvSpPr txBox="1"/>
          <p:nvPr/>
        </p:nvSpPr>
        <p:spPr>
          <a:xfrm>
            <a:off x="4683888" y="5577570"/>
            <a:ext cx="2824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Can another researcher or machine understand what the variables mean?</a:t>
            </a:r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E95C79-4EC1-C82A-6897-B5C8B947FA89}"/>
              </a:ext>
            </a:extLst>
          </p:cNvPr>
          <p:cNvSpPr txBox="1"/>
          <p:nvPr/>
        </p:nvSpPr>
        <p:spPr>
          <a:xfrm>
            <a:off x="1016135" y="1852742"/>
            <a:ext cx="2824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Can software retrieve or exchange the data through standard mechanisms?</a:t>
            </a:r>
            <a:endParaRPr lang="nl-NL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024D8CF0-51D0-5CD1-8277-53FAD6BF7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42372"/>
              </p:ext>
            </p:extLst>
          </p:nvPr>
        </p:nvGraphicFramePr>
        <p:xfrm>
          <a:off x="2487913" y="1065077"/>
          <a:ext cx="7216173" cy="4578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43555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7B048E56-1625-A660-644F-88A52BFC1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D6DD0DD6-CED2-CF72-89B7-0565D0F726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C4A0815-370B-129B-CB44-963C483A5EFD}"/>
              </a:ext>
            </a:extLst>
          </p:cNvPr>
          <p:cNvSpPr txBox="1"/>
          <p:nvPr/>
        </p:nvSpPr>
        <p:spPr>
          <a:xfrm>
            <a:off x="1992775" y="306295"/>
            <a:ext cx="82064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Example: </a:t>
            </a:r>
            <a:r>
              <a:rPr lang="nl-NL" sz="2400" dirty="0" err="1"/>
              <a:t>Ash</a:t>
            </a:r>
            <a:r>
              <a:rPr lang="nl-NL" sz="2400" dirty="0"/>
              <a:t> wants </a:t>
            </a:r>
            <a:r>
              <a:rPr lang="nl-NL" sz="2400" dirty="0" err="1"/>
              <a:t>to</a:t>
            </a:r>
            <a:r>
              <a:rPr lang="nl-NL" sz="2400" dirty="0"/>
              <a:t> </a:t>
            </a:r>
            <a:r>
              <a:rPr lang="nl-NL" sz="2400" dirty="0" err="1"/>
              <a:t>compare</a:t>
            </a:r>
            <a:r>
              <a:rPr lang="nl-NL" sz="2400" dirty="0"/>
              <a:t> radar </a:t>
            </a:r>
            <a:r>
              <a:rPr lang="nl-NL" sz="2400" dirty="0" err="1"/>
              <a:t>observations</a:t>
            </a:r>
            <a:r>
              <a:rPr lang="nl-NL" sz="2400" dirty="0"/>
              <a:t> </a:t>
            </a:r>
            <a:r>
              <a:rPr lang="nl-NL" sz="2400" dirty="0" err="1"/>
              <a:t>from</a:t>
            </a:r>
            <a:r>
              <a:rPr lang="nl-NL" sz="2400" dirty="0"/>
              <a:t> 2009 </a:t>
            </a:r>
            <a:r>
              <a:rPr lang="nl-NL" sz="2400" dirty="0" err="1"/>
              <a:t>and</a:t>
            </a:r>
            <a:r>
              <a:rPr lang="nl-NL" sz="2400" dirty="0"/>
              <a:t> 2019.</a:t>
            </a:r>
            <a:endParaRPr lang="nl-NL" sz="2400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1EE4D0-B30B-B65F-69D8-B7707A124C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4407678"/>
              </p:ext>
            </p:extLst>
          </p:nvPr>
        </p:nvGraphicFramePr>
        <p:xfrm>
          <a:off x="2487913" y="1065077"/>
          <a:ext cx="7216173" cy="4578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907806D-F7CD-698D-7E14-CEE050C5B076}"/>
              </a:ext>
            </a:extLst>
          </p:cNvPr>
          <p:cNvSpPr txBox="1"/>
          <p:nvPr/>
        </p:nvSpPr>
        <p:spPr>
          <a:xfrm>
            <a:off x="7261386" y="1669581"/>
            <a:ext cx="2824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 the variables and dimensions match? 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7B53CD-B5C0-B775-1BCA-29E62F86E1F4}"/>
              </a:ext>
            </a:extLst>
          </p:cNvPr>
          <p:cNvSpPr txBox="1"/>
          <p:nvPr/>
        </p:nvSpPr>
        <p:spPr>
          <a:xfrm>
            <a:off x="5957507" y="5408514"/>
            <a:ext cx="43902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Given a variable with the same name, would that imply they represent the same physical quantity?</a:t>
            </a:r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570213-A49B-535B-5907-F2EDAE9D9910}"/>
              </a:ext>
            </a:extLst>
          </p:cNvPr>
          <p:cNvSpPr txBox="1"/>
          <p:nvPr/>
        </p:nvSpPr>
        <p:spPr>
          <a:xfrm>
            <a:off x="1016135" y="1896074"/>
            <a:ext cx="2824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Can both datasets be accessed programmatically?</a:t>
            </a:r>
            <a:endParaRPr lang="nl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41C6BD-7810-236A-B7A7-9D3F16BBBA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013" y="838584"/>
            <a:ext cx="3467100" cy="520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55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2BF3A47D-37B4-FAFC-E631-A7366A6D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6310DD9C-78F4-8AA5-3D87-54887BAF1D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2B7B99-1406-3CD7-72EA-78E085C94D96}"/>
              </a:ext>
            </a:extLst>
          </p:cNvPr>
          <p:cNvSpPr txBox="1"/>
          <p:nvPr/>
        </p:nvSpPr>
        <p:spPr>
          <a:xfrm>
            <a:off x="1992775" y="781851"/>
            <a:ext cx="820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Exercise:  True or False</a:t>
            </a:r>
            <a:endParaRPr lang="nl-NL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B19EE-865E-90F5-A4E9-19931A53DF93}"/>
              </a:ext>
            </a:extLst>
          </p:cNvPr>
          <p:cNvSpPr txBox="1"/>
          <p:nvPr/>
        </p:nvSpPr>
        <p:spPr>
          <a:xfrm>
            <a:off x="1913681" y="2332519"/>
            <a:ext cx="83646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/>
            </a:pPr>
            <a:r>
              <a:rPr lang="en-US" sz="2400" dirty="0"/>
              <a:t>As long as data is open access, it is interoperable</a:t>
            </a:r>
          </a:p>
          <a:p>
            <a:pPr marL="457200" indent="-457200" algn="ctr">
              <a:buFont typeface="+mj-lt"/>
              <a:buAutoNum type="arabicPeriod"/>
            </a:pPr>
            <a:endParaRPr lang="en-US" sz="2400" dirty="0"/>
          </a:p>
          <a:p>
            <a:pPr marL="457200" indent="-457200" algn="ctr">
              <a:buFont typeface="+mj-lt"/>
              <a:buAutoNum type="arabicPeriod"/>
            </a:pPr>
            <a:r>
              <a:rPr lang="en-US" sz="2400" dirty="0"/>
              <a:t>Metadata standards help ensure interoperability</a:t>
            </a:r>
          </a:p>
          <a:p>
            <a:pPr marL="457200" indent="-457200" algn="ctr">
              <a:buFont typeface="+mj-lt"/>
              <a:buAutoNum type="arabicPeriod"/>
            </a:pPr>
            <a:endParaRPr lang="en-US" sz="2400" dirty="0"/>
          </a:p>
          <a:p>
            <a:pPr marL="457200" indent="-457200" algn="ctr">
              <a:buFont typeface="+mj-lt"/>
              <a:buAutoNum type="arabicPeriod"/>
            </a:pPr>
            <a:r>
              <a:rPr lang="en-US" sz="2400" dirty="0"/>
              <a:t>As long as the data is using an open standard format , it is interoperable.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73288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BB2B50F4-B114-CB3E-68E8-7E9AA394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66F14CCF-786B-768F-3A86-D1B0360DE6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C0BA66-E890-0B44-D6F7-117A6C3346E0}"/>
              </a:ext>
            </a:extLst>
          </p:cNvPr>
          <p:cNvSpPr txBox="1"/>
          <p:nvPr/>
        </p:nvSpPr>
        <p:spPr>
          <a:xfrm>
            <a:off x="1992775" y="781851"/>
            <a:ext cx="820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What is coming in the workshop</a:t>
            </a:r>
            <a:endParaRPr lang="nl-NL" sz="24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CF674D-C112-3077-4A2F-83B06B990325}"/>
              </a:ext>
            </a:extLst>
          </p:cNvPr>
          <p:cNvSpPr/>
          <p:nvPr/>
        </p:nvSpPr>
        <p:spPr>
          <a:xfrm>
            <a:off x="1992775" y="2268639"/>
            <a:ext cx="2139387" cy="6250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Morning session</a:t>
            </a:r>
            <a:endParaRPr lang="nl-NL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D413BA-F8F5-2C80-43AF-85674CF922FA}"/>
              </a:ext>
            </a:extLst>
          </p:cNvPr>
          <p:cNvCxnSpPr/>
          <p:nvPr/>
        </p:nvCxnSpPr>
        <p:spPr>
          <a:xfrm>
            <a:off x="1111170" y="3090441"/>
            <a:ext cx="3935392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50D920-668C-4475-DDF1-28FA9DC7A3DD}"/>
              </a:ext>
            </a:extLst>
          </p:cNvPr>
          <p:cNvCxnSpPr/>
          <p:nvPr/>
        </p:nvCxnSpPr>
        <p:spPr>
          <a:xfrm>
            <a:off x="6796269" y="3103945"/>
            <a:ext cx="3935392" cy="0"/>
          </a:xfrm>
          <a:prstGeom prst="line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A2A64D1-ED9D-C49E-523B-DFD4A61E1857}"/>
              </a:ext>
            </a:extLst>
          </p:cNvPr>
          <p:cNvSpPr txBox="1"/>
          <p:nvPr/>
        </p:nvSpPr>
        <p:spPr>
          <a:xfrm>
            <a:off x="1360289" y="3444393"/>
            <a:ext cx="3025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Structural interoperability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Semantic interoperability</a:t>
            </a:r>
            <a:endParaRPr lang="nl-N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EE423C-8289-D16F-0B4C-FA684E343F5E}"/>
              </a:ext>
            </a:extLst>
          </p:cNvPr>
          <p:cNvSpPr txBox="1"/>
          <p:nvPr/>
        </p:nvSpPr>
        <p:spPr>
          <a:xfrm>
            <a:off x="6599499" y="3429000"/>
            <a:ext cx="45626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Technical interoperability: data access protocols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Technical interoperability: API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Cloud native layouts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dirty="0" err="1"/>
              <a:t>Interoperable</a:t>
            </a:r>
            <a:r>
              <a:rPr lang="nl-NL" dirty="0"/>
              <a:t> </a:t>
            </a:r>
            <a:r>
              <a:rPr lang="nl-NL" dirty="0" err="1"/>
              <a:t>infrastructure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AI era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8B9ADE9-AC89-103A-45B5-DACBB9F0F8E0}"/>
              </a:ext>
            </a:extLst>
          </p:cNvPr>
          <p:cNvSpPr/>
          <p:nvPr/>
        </p:nvSpPr>
        <p:spPr>
          <a:xfrm>
            <a:off x="7811151" y="2268638"/>
            <a:ext cx="2139387" cy="6250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Afternoon session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307903"/>
      </p:ext>
    </p:extLst>
  </p:cSld>
  <p:clrMapOvr>
    <a:masterClrMapping/>
  </p:clrMapOvr>
</p:sld>
</file>

<file path=ppt/theme/theme1.xml><?xml version="1.0" encoding="utf-8"?>
<a:theme xmlns:a="http://schemas.openxmlformats.org/drawingml/2006/main" name="Inbetween Title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29100"/>
      </a:accent5>
      <a:accent6>
        <a:srgbClr val="F29100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642</Words>
  <Application>Microsoft Office PowerPoint</Application>
  <PresentationFormat>Widescreen</PresentationFormat>
  <Paragraphs>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Inter Light</vt:lpstr>
      <vt:lpstr>Space Grotesk</vt:lpstr>
      <vt:lpstr>Inbetween Title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Leila Iñigo de la Cruz</dc:creator>
  <cp:lastModifiedBy>Leila Iñigo de la Cruz</cp:lastModifiedBy>
  <cp:revision>1</cp:revision>
  <dcterms:created xsi:type="dcterms:W3CDTF">2026-08-27T07:48:58Z</dcterms:created>
  <dcterms:modified xsi:type="dcterms:W3CDTF">2026-08-27T12:00:39Z</dcterms:modified>
</cp:coreProperties>
</file>