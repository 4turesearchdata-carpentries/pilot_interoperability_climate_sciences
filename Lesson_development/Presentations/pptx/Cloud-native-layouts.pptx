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3" r:id="rId2"/>
    <p:sldId id="314" r:id="rId3"/>
    <p:sldId id="337" r:id="rId4"/>
    <p:sldId id="315" r:id="rId5"/>
    <p:sldId id="336" r:id="rId6"/>
    <p:sldId id="338" r:id="rId7"/>
    <p:sldId id="335" r:id="rId8"/>
    <p:sldId id="339" r:id="rId9"/>
    <p:sldId id="340" r:id="rId10"/>
    <p:sldId id="341" r:id="rId11"/>
    <p:sldId id="342" r:id="rId12"/>
    <p:sldId id="343" r:id="rId13"/>
    <p:sldId id="344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B7C54-274B-42E7-A72D-0335B4C8C6F5}" v="331" dt="2026-09-16T11:19:51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90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 modMainMaster">
      <pc:chgData name="Leila Iñigo de la Cruz" userId="fae4ed0d-52e1-4e8b-ac73-77e0b7235c9a" providerId="ADAL" clId="{1E9E03C1-E5D4-4BEC-8EBD-C4DD5262B379}" dt="2026-09-16T11:20:56.131" v="7249" actId="20577"/>
      <pc:docMkLst>
        <pc:docMk/>
      </pc:docMkLst>
      <pc:sldChg chg="modSp mod setBg">
        <pc:chgData name="Leila Iñigo de la Cruz" userId="fae4ed0d-52e1-4e8b-ac73-77e0b7235c9a" providerId="ADAL" clId="{1E9E03C1-E5D4-4BEC-8EBD-C4DD5262B379}" dt="2026-09-09T09:26:15.279" v="5149" actId="20577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09T09:26:15.279" v="5149" actId="20577"/>
          <ac:spMkLst>
            <pc:docMk/>
            <pc:sldMk cId="3386930889" sldId="313"/>
            <ac:spMk id="1069" creationId="{B2861DCE-AF2C-DB99-9CBA-F987E9F09E2E}"/>
          </ac:spMkLst>
        </pc:spChg>
      </pc:sldChg>
      <pc:sldChg chg="addSp delSp modSp mod setBg modAnim">
        <pc:chgData name="Leila Iñigo de la Cruz" userId="fae4ed0d-52e1-4e8b-ac73-77e0b7235c9a" providerId="ADAL" clId="{1E9E03C1-E5D4-4BEC-8EBD-C4DD5262B379}" dt="2026-09-16T08:55:14.926" v="5813" actId="20577"/>
        <pc:sldMkLst>
          <pc:docMk/>
          <pc:sldMk cId="3544987058" sldId="314"/>
        </pc:sldMkLst>
        <pc:spChg chg="add mod">
          <ac:chgData name="Leila Iñigo de la Cruz" userId="fae4ed0d-52e1-4e8b-ac73-77e0b7235c9a" providerId="ADAL" clId="{1E9E03C1-E5D4-4BEC-8EBD-C4DD5262B379}" dt="2026-09-16T08:55:00.768" v="5811" actId="20577"/>
          <ac:spMkLst>
            <pc:docMk/>
            <pc:sldMk cId="3544987058" sldId="314"/>
            <ac:spMk id="2" creationId="{57E63A3C-9D2B-24AB-00AF-C373A056CA23}"/>
          </ac:spMkLst>
        </pc:spChg>
        <pc:spChg chg="add mod">
          <ac:chgData name="Leila Iñigo de la Cruz" userId="fae4ed0d-52e1-4e8b-ac73-77e0b7235c9a" providerId="ADAL" clId="{1E9E03C1-E5D4-4BEC-8EBD-C4DD5262B379}" dt="2026-09-16T08:55:14.926" v="5813" actId="20577"/>
          <ac:spMkLst>
            <pc:docMk/>
            <pc:sldMk cId="3544987058" sldId="314"/>
            <ac:spMk id="3" creationId="{6E0CD3C2-DCC0-56E5-2FDE-80085C1E96E3}"/>
          </ac:spMkLst>
        </pc:spChg>
        <pc:spChg chg="add del mod topLvl">
          <ac:chgData name="Leila Iñigo de la Cruz" userId="fae4ed0d-52e1-4e8b-ac73-77e0b7235c9a" providerId="ADAL" clId="{1E9E03C1-E5D4-4BEC-8EBD-C4DD5262B379}" dt="2026-09-09T09:36:42.574" v="5322" actId="20577"/>
          <ac:spMkLst>
            <pc:docMk/>
            <pc:sldMk cId="3544987058" sldId="314"/>
            <ac:spMk id="19" creationId="{0BF0829E-5109-8079-C23E-A427500F4FD4}"/>
          </ac:spMkLst>
        </pc:spChg>
        <pc:grpChg chg="add del mod">
          <ac:chgData name="Leila Iñigo de la Cruz" userId="fae4ed0d-52e1-4e8b-ac73-77e0b7235c9a" providerId="ADAL" clId="{1E9E03C1-E5D4-4BEC-8EBD-C4DD5262B379}" dt="2026-09-09T08:07:04.348" v="4536" actId="1076"/>
          <ac:grpSpMkLst>
            <pc:docMk/>
            <pc:sldMk cId="3544987058" sldId="314"/>
            <ac:grpSpMk id="21" creationId="{B8F2B41B-D5B1-4562-C498-EEEE1A392D4D}"/>
          </ac:grpSpMkLst>
        </pc:grpChg>
        <pc:picChg chg="mod topLvl">
          <ac:chgData name="Leila Iñigo de la Cruz" userId="fae4ed0d-52e1-4e8b-ac73-77e0b7235c9a" providerId="ADAL" clId="{1E9E03C1-E5D4-4BEC-8EBD-C4DD5262B379}" dt="2026-09-02T07:11:38.782" v="32" actId="478"/>
          <ac:picMkLst>
            <pc:docMk/>
            <pc:sldMk cId="3544987058" sldId="314"/>
            <ac:picMk id="18" creationId="{5706CBD8-3757-C205-AAD8-D4E17F88EE20}"/>
          </ac:picMkLst>
        </pc:picChg>
      </pc:sldChg>
      <pc:sldChg chg="addSp delSp modSp mod ord setBg delAnim modAnim modNotesTx">
        <pc:chgData name="Leila Iñigo de la Cruz" userId="fae4ed0d-52e1-4e8b-ac73-77e0b7235c9a" providerId="ADAL" clId="{1E9E03C1-E5D4-4BEC-8EBD-C4DD5262B379}" dt="2026-09-16T09:21:37.418" v="6291"/>
        <pc:sldMkLst>
          <pc:docMk/>
          <pc:sldMk cId="2570287448" sldId="315"/>
        </pc:sldMkLst>
        <pc:spChg chg="add mod">
          <ac:chgData name="Leila Iñigo de la Cruz" userId="fae4ed0d-52e1-4e8b-ac73-77e0b7235c9a" providerId="ADAL" clId="{1E9E03C1-E5D4-4BEC-8EBD-C4DD5262B379}" dt="2026-09-16T08:43:05.747" v="5751" actId="1076"/>
          <ac:spMkLst>
            <pc:docMk/>
            <pc:sldMk cId="2570287448" sldId="315"/>
            <ac:spMk id="2" creationId="{A66FE9C8-7F4E-1525-3ABA-7FE266D29972}"/>
          </ac:spMkLst>
        </pc:spChg>
        <pc:spChg chg="add del mod">
          <ac:chgData name="Leila Iñigo de la Cruz" userId="fae4ed0d-52e1-4e8b-ac73-77e0b7235c9a" providerId="ADAL" clId="{1E9E03C1-E5D4-4BEC-8EBD-C4DD5262B379}" dt="2026-09-16T08:43:32.638" v="5757"/>
          <ac:spMkLst>
            <pc:docMk/>
            <pc:sldMk cId="2570287448" sldId="315"/>
            <ac:spMk id="4" creationId="{1EF68211-8C93-E661-CB15-E7E88757AECB}"/>
          </ac:spMkLst>
        </pc:spChg>
        <pc:spChg chg="mod">
          <ac:chgData name="Leila Iñigo de la Cruz" userId="fae4ed0d-52e1-4e8b-ac73-77e0b7235c9a" providerId="ADAL" clId="{1E9E03C1-E5D4-4BEC-8EBD-C4DD5262B379}" dt="2026-09-16T09:09:55.050" v="6201" actId="1076"/>
          <ac:spMkLst>
            <pc:docMk/>
            <pc:sldMk cId="2570287448" sldId="315"/>
            <ac:spMk id="5" creationId="{D2703D54-2225-958E-B357-BF76735C3623}"/>
          </ac:spMkLst>
        </pc:spChg>
        <pc:spChg chg="add mod">
          <ac:chgData name="Leila Iñigo de la Cruz" userId="fae4ed0d-52e1-4e8b-ac73-77e0b7235c9a" providerId="ADAL" clId="{1E9E03C1-E5D4-4BEC-8EBD-C4DD5262B379}" dt="2026-09-16T09:07:13.478" v="6200" actId="1076"/>
          <ac:spMkLst>
            <pc:docMk/>
            <pc:sldMk cId="2570287448" sldId="315"/>
            <ac:spMk id="7" creationId="{9BB11B51-AE73-5626-A481-5C0BE258D705}"/>
          </ac:spMkLst>
        </pc:spChg>
      </pc:sldChg>
      <pc:sldChg chg="delSp modSp add del mod delAnim">
        <pc:chgData name="Leila Iñigo de la Cruz" userId="fae4ed0d-52e1-4e8b-ac73-77e0b7235c9a" providerId="ADAL" clId="{1E9E03C1-E5D4-4BEC-8EBD-C4DD5262B379}" dt="2026-09-16T09:21:45.359" v="6292" actId="47"/>
        <pc:sldMkLst>
          <pc:docMk/>
          <pc:sldMk cId="1282381363" sldId="334"/>
        </pc:sldMkLst>
        <pc:spChg chg="mod">
          <ac:chgData name="Leila Iñigo de la Cruz" userId="fae4ed0d-52e1-4e8b-ac73-77e0b7235c9a" providerId="ADAL" clId="{1E9E03C1-E5D4-4BEC-8EBD-C4DD5262B379}" dt="2026-09-16T08:44:20.184" v="5785" actId="1076"/>
          <ac:spMkLst>
            <pc:docMk/>
            <pc:sldMk cId="1282381363" sldId="334"/>
            <ac:spMk id="2" creationId="{4CFCB787-0209-6320-1C2D-DF7C97DD27C4}"/>
          </ac:spMkLst>
        </pc:spChg>
        <pc:spChg chg="del mod">
          <ac:chgData name="Leila Iñigo de la Cruz" userId="fae4ed0d-52e1-4e8b-ac73-77e0b7235c9a" providerId="ADAL" clId="{1E9E03C1-E5D4-4BEC-8EBD-C4DD5262B379}" dt="2026-09-16T09:10:29.654" v="6202" actId="478"/>
          <ac:spMkLst>
            <pc:docMk/>
            <pc:sldMk cId="1282381363" sldId="334"/>
            <ac:spMk id="5" creationId="{E2C6374A-28A2-44B6-6785-C3EB8CD56ACC}"/>
          </ac:spMkLst>
        </pc:spChg>
      </pc:sldChg>
      <pc:sldChg chg="addSp delSp modSp add mod delAnim modAnim">
        <pc:chgData name="Leila Iñigo de la Cruz" userId="fae4ed0d-52e1-4e8b-ac73-77e0b7235c9a" providerId="ADAL" clId="{1E9E03C1-E5D4-4BEC-8EBD-C4DD5262B379}" dt="2026-09-16T09:32:00.711" v="6736" actId="122"/>
        <pc:sldMkLst>
          <pc:docMk/>
          <pc:sldMk cId="4196739565" sldId="335"/>
        </pc:sldMkLst>
        <pc:spChg chg="mod">
          <ac:chgData name="Leila Iñigo de la Cruz" userId="fae4ed0d-52e1-4e8b-ac73-77e0b7235c9a" providerId="ADAL" clId="{1E9E03C1-E5D4-4BEC-8EBD-C4DD5262B379}" dt="2026-09-16T08:44:34.433" v="5808" actId="20577"/>
          <ac:spMkLst>
            <pc:docMk/>
            <pc:sldMk cId="4196739565" sldId="335"/>
            <ac:spMk id="2" creationId="{959E302E-6BE1-27C5-0DB9-FB16FD655B90}"/>
          </ac:spMkLst>
        </pc:spChg>
        <pc:spChg chg="add mod">
          <ac:chgData name="Leila Iñigo de la Cruz" userId="fae4ed0d-52e1-4e8b-ac73-77e0b7235c9a" providerId="ADAL" clId="{1E9E03C1-E5D4-4BEC-8EBD-C4DD5262B379}" dt="2026-09-16T09:28:41.486" v="6536" actId="1076"/>
          <ac:spMkLst>
            <pc:docMk/>
            <pc:sldMk cId="4196739565" sldId="335"/>
            <ac:spMk id="3" creationId="{509D672F-B225-1B79-59F0-B91E4DED27AF}"/>
          </ac:spMkLst>
        </pc:spChg>
        <pc:spChg chg="add mod">
          <ac:chgData name="Leila Iñigo de la Cruz" userId="fae4ed0d-52e1-4e8b-ac73-77e0b7235c9a" providerId="ADAL" clId="{1E9E03C1-E5D4-4BEC-8EBD-C4DD5262B379}" dt="2026-09-16T09:28:41.486" v="6536" actId="1076"/>
          <ac:spMkLst>
            <pc:docMk/>
            <pc:sldMk cId="4196739565" sldId="335"/>
            <ac:spMk id="4" creationId="{3D923D39-B3F9-CA25-E935-1D4D9E6DBDCC}"/>
          </ac:spMkLst>
        </pc:spChg>
        <pc:spChg chg="del mod">
          <ac:chgData name="Leila Iñigo de la Cruz" userId="fae4ed0d-52e1-4e8b-ac73-77e0b7235c9a" providerId="ADAL" clId="{1E9E03C1-E5D4-4BEC-8EBD-C4DD5262B379}" dt="2026-09-16T09:21:52.059" v="6293" actId="478"/>
          <ac:spMkLst>
            <pc:docMk/>
            <pc:sldMk cId="4196739565" sldId="335"/>
            <ac:spMk id="5" creationId="{1B2DD2A5-A18D-A356-8BE9-17D8BEDB6F8C}"/>
          </ac:spMkLst>
        </pc:spChg>
        <pc:spChg chg="add mod">
          <ac:chgData name="Leila Iñigo de la Cruz" userId="fae4ed0d-52e1-4e8b-ac73-77e0b7235c9a" providerId="ADAL" clId="{1E9E03C1-E5D4-4BEC-8EBD-C4DD5262B379}" dt="2026-09-16T09:30:58.765" v="6706" actId="13822"/>
          <ac:spMkLst>
            <pc:docMk/>
            <pc:sldMk cId="4196739565" sldId="335"/>
            <ac:spMk id="6" creationId="{B0AA5711-782F-8A77-27A7-4A572283DB36}"/>
          </ac:spMkLst>
        </pc:spChg>
        <pc:spChg chg="add mod">
          <ac:chgData name="Leila Iñigo de la Cruz" userId="fae4ed0d-52e1-4e8b-ac73-77e0b7235c9a" providerId="ADAL" clId="{1E9E03C1-E5D4-4BEC-8EBD-C4DD5262B379}" dt="2026-09-16T09:30:49.600" v="6705" actId="1076"/>
          <ac:spMkLst>
            <pc:docMk/>
            <pc:sldMk cId="4196739565" sldId="335"/>
            <ac:spMk id="7" creationId="{FD256D5E-62D0-D264-4DF8-2E9ABE3A8F2F}"/>
          </ac:spMkLst>
        </pc:spChg>
        <pc:spChg chg="add mod">
          <ac:chgData name="Leila Iñigo de la Cruz" userId="fae4ed0d-52e1-4e8b-ac73-77e0b7235c9a" providerId="ADAL" clId="{1E9E03C1-E5D4-4BEC-8EBD-C4DD5262B379}" dt="2026-09-16T09:31:41.409" v="6715" actId="20577"/>
          <ac:spMkLst>
            <pc:docMk/>
            <pc:sldMk cId="4196739565" sldId="335"/>
            <ac:spMk id="8" creationId="{A79724BE-3D36-88B6-8565-46BA873AFEBA}"/>
          </ac:spMkLst>
        </pc:spChg>
        <pc:spChg chg="add mod">
          <ac:chgData name="Leila Iñigo de la Cruz" userId="fae4ed0d-52e1-4e8b-ac73-77e0b7235c9a" providerId="ADAL" clId="{1E9E03C1-E5D4-4BEC-8EBD-C4DD5262B379}" dt="2026-09-16T09:32:00.711" v="6736" actId="122"/>
          <ac:spMkLst>
            <pc:docMk/>
            <pc:sldMk cId="4196739565" sldId="335"/>
            <ac:spMk id="9" creationId="{050A1DDB-E2DE-068D-F702-4C61A18C94B1}"/>
          </ac:spMkLst>
        </pc:spChg>
      </pc:sldChg>
      <pc:sldChg chg="addSp delSp modSp add mod delAnim">
        <pc:chgData name="Leila Iñigo de la Cruz" userId="fae4ed0d-52e1-4e8b-ac73-77e0b7235c9a" providerId="ADAL" clId="{1E9E03C1-E5D4-4BEC-8EBD-C4DD5262B379}" dt="2026-09-16T09:24:38.434" v="6311"/>
        <pc:sldMkLst>
          <pc:docMk/>
          <pc:sldMk cId="1071368272" sldId="336"/>
        </pc:sldMkLst>
        <pc:spChg chg="mod">
          <ac:chgData name="Leila Iñigo de la Cruz" userId="fae4ed0d-52e1-4e8b-ac73-77e0b7235c9a" providerId="ADAL" clId="{1E9E03C1-E5D4-4BEC-8EBD-C4DD5262B379}" dt="2026-09-16T09:19:13.775" v="6259" actId="1076"/>
          <ac:spMkLst>
            <pc:docMk/>
            <pc:sldMk cId="1071368272" sldId="336"/>
            <ac:spMk id="2" creationId="{E077F263-2A91-C75E-0219-ACD92B614AF8}"/>
          </ac:spMkLst>
        </pc:spChg>
        <pc:spChg chg="add del mod">
          <ac:chgData name="Leila Iñigo de la Cruz" userId="fae4ed0d-52e1-4e8b-ac73-77e0b7235c9a" providerId="ADAL" clId="{1E9E03C1-E5D4-4BEC-8EBD-C4DD5262B379}" dt="2026-09-16T08:59:55.621" v="5944"/>
          <ac:spMkLst>
            <pc:docMk/>
            <pc:sldMk cId="1071368272" sldId="336"/>
            <ac:spMk id="4" creationId="{55CC15EA-528F-9A43-84BB-1A2796A3D2DD}"/>
          </ac:spMkLst>
        </pc:spChg>
        <pc:spChg chg="del">
          <ac:chgData name="Leila Iñigo de la Cruz" userId="fae4ed0d-52e1-4e8b-ac73-77e0b7235c9a" providerId="ADAL" clId="{1E9E03C1-E5D4-4BEC-8EBD-C4DD5262B379}" dt="2026-09-16T08:57:14.899" v="5859" actId="478"/>
          <ac:spMkLst>
            <pc:docMk/>
            <pc:sldMk cId="1071368272" sldId="336"/>
            <ac:spMk id="5" creationId="{8BC1DC7D-8A81-1C12-75AA-E0E6B2A84EF8}"/>
          </ac:spMkLst>
        </pc:spChg>
        <pc:spChg chg="mod">
          <ac:chgData name="Leila Iñigo de la Cruz" userId="fae4ed0d-52e1-4e8b-ac73-77e0b7235c9a" providerId="ADAL" clId="{1E9E03C1-E5D4-4BEC-8EBD-C4DD5262B379}" dt="2026-09-16T08:59:54.027" v="5942" actId="14100"/>
          <ac:spMkLst>
            <pc:docMk/>
            <pc:sldMk cId="1071368272" sldId="336"/>
            <ac:spMk id="8" creationId="{163274C8-728A-C2AC-01C6-9F578CEECF5B}"/>
          </ac:spMkLst>
        </pc:spChg>
        <pc:spChg chg="add del mod">
          <ac:chgData name="Leila Iñigo de la Cruz" userId="fae4ed0d-52e1-4e8b-ac73-77e0b7235c9a" providerId="ADAL" clId="{1E9E03C1-E5D4-4BEC-8EBD-C4DD5262B379}" dt="2026-09-16T09:00:10.636" v="5952" actId="478"/>
          <ac:spMkLst>
            <pc:docMk/>
            <pc:sldMk cId="1071368272" sldId="336"/>
            <ac:spMk id="9" creationId="{A56C2A48-6540-2BE6-186F-55FBF515319C}"/>
          </ac:spMkLst>
        </pc:spChg>
        <pc:spChg chg="add mod">
          <ac:chgData name="Leila Iñigo de la Cruz" userId="fae4ed0d-52e1-4e8b-ac73-77e0b7235c9a" providerId="ADAL" clId="{1E9E03C1-E5D4-4BEC-8EBD-C4DD5262B379}" dt="2026-09-16T09:19:23.877" v="6268" actId="1076"/>
          <ac:spMkLst>
            <pc:docMk/>
            <pc:sldMk cId="1071368272" sldId="336"/>
            <ac:spMk id="10" creationId="{B6539606-66D7-1259-F696-A348F819C8D1}"/>
          </ac:spMkLst>
        </pc:spChg>
        <pc:grpChg chg="add del mod">
          <ac:chgData name="Leila Iñigo de la Cruz" userId="fae4ed0d-52e1-4e8b-ac73-77e0b7235c9a" providerId="ADAL" clId="{1E9E03C1-E5D4-4BEC-8EBD-C4DD5262B379}" dt="2026-09-16T09:18:48.271" v="6207" actId="478"/>
          <ac:grpSpMkLst>
            <pc:docMk/>
            <pc:sldMk cId="1071368272" sldId="336"/>
            <ac:grpSpMk id="6" creationId="{F79C8E77-01C0-FFC2-2AF5-F1FFD5647877}"/>
          </ac:grpSpMkLst>
        </pc:grpChg>
        <pc:picChg chg="mod">
          <ac:chgData name="Leila Iñigo de la Cruz" userId="fae4ed0d-52e1-4e8b-ac73-77e0b7235c9a" providerId="ADAL" clId="{1E9E03C1-E5D4-4BEC-8EBD-C4DD5262B379}" dt="2026-09-16T08:59:47.932" v="5940" actId="1076"/>
          <ac:picMkLst>
            <pc:docMk/>
            <pc:sldMk cId="1071368272" sldId="336"/>
            <ac:picMk id="7" creationId="{3E31F26F-9CFC-2914-E381-C25E999B5F75}"/>
          </ac:picMkLst>
        </pc:picChg>
        <pc:picChg chg="add mod modCrop">
          <ac:chgData name="Leila Iñigo de la Cruz" userId="fae4ed0d-52e1-4e8b-ac73-77e0b7235c9a" providerId="ADAL" clId="{1E9E03C1-E5D4-4BEC-8EBD-C4DD5262B379}" dt="2026-09-16T09:24:38.434" v="6311"/>
          <ac:picMkLst>
            <pc:docMk/>
            <pc:sldMk cId="1071368272" sldId="336"/>
            <ac:picMk id="12" creationId="{4462B8F1-9955-F895-43FE-199D1955713B}"/>
          </ac:picMkLst>
        </pc:picChg>
      </pc:sldChg>
      <pc:sldChg chg="delSp modSp add mod delAnim">
        <pc:chgData name="Leila Iñigo de la Cruz" userId="fae4ed0d-52e1-4e8b-ac73-77e0b7235c9a" providerId="ADAL" clId="{1E9E03C1-E5D4-4BEC-8EBD-C4DD5262B379}" dt="2026-09-16T08:58:22.572" v="5906" actId="1076"/>
        <pc:sldMkLst>
          <pc:docMk/>
          <pc:sldMk cId="1789669010" sldId="337"/>
        </pc:sldMkLst>
        <pc:spChg chg="del">
          <ac:chgData name="Leila Iñigo de la Cruz" userId="fae4ed0d-52e1-4e8b-ac73-77e0b7235c9a" providerId="ADAL" clId="{1E9E03C1-E5D4-4BEC-8EBD-C4DD5262B379}" dt="2026-09-16T08:57:52.195" v="5866" actId="478"/>
          <ac:spMkLst>
            <pc:docMk/>
            <pc:sldMk cId="1789669010" sldId="337"/>
            <ac:spMk id="2" creationId="{4F86A4E1-C4DF-3876-D6BB-DBA86BCD0221}"/>
          </ac:spMkLst>
        </pc:spChg>
        <pc:spChg chg="del">
          <ac:chgData name="Leila Iñigo de la Cruz" userId="fae4ed0d-52e1-4e8b-ac73-77e0b7235c9a" providerId="ADAL" clId="{1E9E03C1-E5D4-4BEC-8EBD-C4DD5262B379}" dt="2026-09-16T08:57:54.248" v="5867" actId="478"/>
          <ac:spMkLst>
            <pc:docMk/>
            <pc:sldMk cId="1789669010" sldId="337"/>
            <ac:spMk id="3" creationId="{CE46D83B-9B67-2599-0439-191F3D14B137}"/>
          </ac:spMkLst>
        </pc:spChg>
        <pc:spChg chg="mod">
          <ac:chgData name="Leila Iñigo de la Cruz" userId="fae4ed0d-52e1-4e8b-ac73-77e0b7235c9a" providerId="ADAL" clId="{1E9E03C1-E5D4-4BEC-8EBD-C4DD5262B379}" dt="2026-09-16T08:58:22.572" v="5906" actId="1076"/>
          <ac:spMkLst>
            <pc:docMk/>
            <pc:sldMk cId="1789669010" sldId="337"/>
            <ac:spMk id="9" creationId="{01C72BCB-56BF-21BB-099B-F3F3029786BA}"/>
          </ac:spMkLst>
        </pc:spChg>
        <pc:grpChg chg="del">
          <ac:chgData name="Leila Iñigo de la Cruz" userId="fae4ed0d-52e1-4e8b-ac73-77e0b7235c9a" providerId="ADAL" clId="{1E9E03C1-E5D4-4BEC-8EBD-C4DD5262B379}" dt="2026-09-16T08:57:59.862" v="5868" actId="478"/>
          <ac:grpSpMkLst>
            <pc:docMk/>
            <pc:sldMk cId="1789669010" sldId="337"/>
            <ac:grpSpMk id="21" creationId="{2D9B6ED4-EBB6-F6F3-3A1A-A097FE9C6EE7}"/>
          </ac:grpSpMkLst>
        </pc:grpChg>
      </pc:sldChg>
      <pc:sldChg chg="addSp delSp modSp add mod">
        <pc:chgData name="Leila Iñigo de la Cruz" userId="fae4ed0d-52e1-4e8b-ac73-77e0b7235c9a" providerId="ADAL" clId="{1E9E03C1-E5D4-4BEC-8EBD-C4DD5262B379}" dt="2026-09-16T09:20:44.341" v="6289" actId="1076"/>
        <pc:sldMkLst>
          <pc:docMk/>
          <pc:sldMk cId="2933578619" sldId="338"/>
        </pc:sldMkLst>
        <pc:spChg chg="mod">
          <ac:chgData name="Leila Iñigo de la Cruz" userId="fae4ed0d-52e1-4e8b-ac73-77e0b7235c9a" providerId="ADAL" clId="{1E9E03C1-E5D4-4BEC-8EBD-C4DD5262B379}" dt="2026-09-16T09:01:03.283" v="6011" actId="1076"/>
          <ac:spMkLst>
            <pc:docMk/>
            <pc:sldMk cId="2933578619" sldId="338"/>
            <ac:spMk id="2" creationId="{EA770764-2BA0-51FE-FE8D-53899F625F73}"/>
          </ac:spMkLst>
        </pc:spChg>
        <pc:spChg chg="add mod">
          <ac:chgData name="Leila Iñigo de la Cruz" userId="fae4ed0d-52e1-4e8b-ac73-77e0b7235c9a" providerId="ADAL" clId="{1E9E03C1-E5D4-4BEC-8EBD-C4DD5262B379}" dt="2026-09-16T09:20:42.500" v="6288" actId="14100"/>
          <ac:spMkLst>
            <pc:docMk/>
            <pc:sldMk cId="2933578619" sldId="338"/>
            <ac:spMk id="4" creationId="{3B29022A-2B39-94AB-F4AC-57DE55F3A52B}"/>
          </ac:spMkLst>
        </pc:spChg>
        <pc:spChg chg="mod">
          <ac:chgData name="Leila Iñigo de la Cruz" userId="fae4ed0d-52e1-4e8b-ac73-77e0b7235c9a" providerId="ADAL" clId="{1E9E03C1-E5D4-4BEC-8EBD-C4DD5262B379}" dt="2026-09-16T09:00:58.899" v="6009" actId="14100"/>
          <ac:spMkLst>
            <pc:docMk/>
            <pc:sldMk cId="2933578619" sldId="338"/>
            <ac:spMk id="8" creationId="{7FAE60A9-3C9E-B5B4-01BC-BB86EB0FCF86}"/>
          </ac:spMkLst>
        </pc:spChg>
        <pc:grpChg chg="del mod">
          <ac:chgData name="Leila Iñigo de la Cruz" userId="fae4ed0d-52e1-4e8b-ac73-77e0b7235c9a" providerId="ADAL" clId="{1E9E03C1-E5D4-4BEC-8EBD-C4DD5262B379}" dt="2026-09-16T09:20:19.193" v="6279" actId="478"/>
          <ac:grpSpMkLst>
            <pc:docMk/>
            <pc:sldMk cId="2933578619" sldId="338"/>
            <ac:grpSpMk id="6" creationId="{FDFE3262-6672-DF6D-63D8-869D368E1214}"/>
          </ac:grpSpMkLst>
        </pc:grpChg>
        <pc:picChg chg="add mod">
          <ac:chgData name="Leila Iñigo de la Cruz" userId="fae4ed0d-52e1-4e8b-ac73-77e0b7235c9a" providerId="ADAL" clId="{1E9E03C1-E5D4-4BEC-8EBD-C4DD5262B379}" dt="2026-09-16T09:20:44.341" v="6289" actId="1076"/>
          <ac:picMkLst>
            <pc:docMk/>
            <pc:sldMk cId="2933578619" sldId="338"/>
            <ac:picMk id="9" creationId="{8BFC13E8-406B-CFCB-E4FB-966611FBBA60}"/>
          </ac:picMkLst>
        </pc:picChg>
      </pc:sldChg>
      <pc:sldChg chg="addSp delSp new mod">
        <pc:chgData name="Leila Iñigo de la Cruz" userId="fae4ed0d-52e1-4e8b-ac73-77e0b7235c9a" providerId="ADAL" clId="{1E9E03C1-E5D4-4BEC-8EBD-C4DD5262B379}" dt="2026-09-16T09:35:08.289" v="6743" actId="22"/>
        <pc:sldMkLst>
          <pc:docMk/>
          <pc:sldMk cId="2222396974" sldId="339"/>
        </pc:sldMkLst>
        <pc:spChg chg="del">
          <ac:chgData name="Leila Iñigo de la Cruz" userId="fae4ed0d-52e1-4e8b-ac73-77e0b7235c9a" providerId="ADAL" clId="{1E9E03C1-E5D4-4BEC-8EBD-C4DD5262B379}" dt="2026-09-16T09:35:04.957" v="6740" actId="478"/>
          <ac:spMkLst>
            <pc:docMk/>
            <pc:sldMk cId="2222396974" sldId="339"/>
            <ac:spMk id="2" creationId="{07DEC254-E0AD-3A30-EE46-9524E29A0C54}"/>
          </ac:spMkLst>
        </pc:spChg>
        <pc:spChg chg="del">
          <ac:chgData name="Leila Iñigo de la Cruz" userId="fae4ed0d-52e1-4e8b-ac73-77e0b7235c9a" providerId="ADAL" clId="{1E9E03C1-E5D4-4BEC-8EBD-C4DD5262B379}" dt="2026-09-16T09:35:01.982" v="6738" actId="478"/>
          <ac:spMkLst>
            <pc:docMk/>
            <pc:sldMk cId="2222396974" sldId="339"/>
            <ac:spMk id="3" creationId="{A2158053-23D0-B654-9C91-74FDB4EE0A7B}"/>
          </ac:spMkLst>
        </pc:spChg>
        <pc:spChg chg="del">
          <ac:chgData name="Leila Iñigo de la Cruz" userId="fae4ed0d-52e1-4e8b-ac73-77e0b7235c9a" providerId="ADAL" clId="{1E9E03C1-E5D4-4BEC-8EBD-C4DD5262B379}" dt="2026-09-16T09:35:03.539" v="6739" actId="478"/>
          <ac:spMkLst>
            <pc:docMk/>
            <pc:sldMk cId="2222396974" sldId="339"/>
            <ac:spMk id="4" creationId="{65F1BD1F-FE9E-3B89-3B2D-BE8511D907DD}"/>
          </ac:spMkLst>
        </pc:spChg>
        <pc:spChg chg="del">
          <ac:chgData name="Leila Iñigo de la Cruz" userId="fae4ed0d-52e1-4e8b-ac73-77e0b7235c9a" providerId="ADAL" clId="{1E9E03C1-E5D4-4BEC-8EBD-C4DD5262B379}" dt="2026-09-16T09:35:05.699" v="6741" actId="478"/>
          <ac:spMkLst>
            <pc:docMk/>
            <pc:sldMk cId="2222396974" sldId="339"/>
            <ac:spMk id="5" creationId="{97DD327F-A6CE-6004-C233-915E7A072FDB}"/>
          </ac:spMkLst>
        </pc:spChg>
        <pc:spChg chg="del">
          <ac:chgData name="Leila Iñigo de la Cruz" userId="fae4ed0d-52e1-4e8b-ac73-77e0b7235c9a" providerId="ADAL" clId="{1E9E03C1-E5D4-4BEC-8EBD-C4DD5262B379}" dt="2026-09-16T09:35:07.219" v="6742" actId="478"/>
          <ac:spMkLst>
            <pc:docMk/>
            <pc:sldMk cId="2222396974" sldId="339"/>
            <ac:spMk id="6" creationId="{D4E94857-77B2-1759-1E4B-3CF394243B41}"/>
          </ac:spMkLst>
        </pc:spChg>
        <pc:picChg chg="add">
          <ac:chgData name="Leila Iñigo de la Cruz" userId="fae4ed0d-52e1-4e8b-ac73-77e0b7235c9a" providerId="ADAL" clId="{1E9E03C1-E5D4-4BEC-8EBD-C4DD5262B379}" dt="2026-09-16T09:35:08.289" v="6743" actId="22"/>
          <ac:picMkLst>
            <pc:docMk/>
            <pc:sldMk cId="2222396974" sldId="339"/>
            <ac:picMk id="8" creationId="{4C2F924B-B99F-5320-938C-B2C3F995320E}"/>
          </ac:picMkLst>
        </pc:picChg>
      </pc:sldChg>
      <pc:sldChg chg="modSp add mod ord modAnim modNotesTx">
        <pc:chgData name="Leila Iñigo de la Cruz" userId="fae4ed0d-52e1-4e8b-ac73-77e0b7235c9a" providerId="ADAL" clId="{1E9E03C1-E5D4-4BEC-8EBD-C4DD5262B379}" dt="2026-09-16T09:50:25.559" v="6930"/>
        <pc:sldMkLst>
          <pc:docMk/>
          <pc:sldMk cId="1876287168" sldId="340"/>
        </pc:sldMkLst>
        <pc:spChg chg="mod">
          <ac:chgData name="Leila Iñigo de la Cruz" userId="fae4ed0d-52e1-4e8b-ac73-77e0b7235c9a" providerId="ADAL" clId="{1E9E03C1-E5D4-4BEC-8EBD-C4DD5262B379}" dt="2026-09-16T09:42:00.396" v="6753" actId="20577"/>
          <ac:spMkLst>
            <pc:docMk/>
            <pc:sldMk cId="1876287168" sldId="340"/>
            <ac:spMk id="3" creationId="{3642A639-215C-A59A-29F1-59C1CF47E759}"/>
          </ac:spMkLst>
        </pc:spChg>
        <pc:spChg chg="mod">
          <ac:chgData name="Leila Iñigo de la Cruz" userId="fae4ed0d-52e1-4e8b-ac73-77e0b7235c9a" providerId="ADAL" clId="{1E9E03C1-E5D4-4BEC-8EBD-C4DD5262B379}" dt="2026-09-16T09:48:47.677" v="6889" actId="1076"/>
          <ac:spMkLst>
            <pc:docMk/>
            <pc:sldMk cId="1876287168" sldId="340"/>
            <ac:spMk id="4" creationId="{0DF7108E-0DD3-E4D9-09AE-BB4408AFB1D4}"/>
          </ac:spMkLst>
        </pc:spChg>
        <pc:spChg chg="mod">
          <ac:chgData name="Leila Iñigo de la Cruz" userId="fae4ed0d-52e1-4e8b-ac73-77e0b7235c9a" providerId="ADAL" clId="{1E9E03C1-E5D4-4BEC-8EBD-C4DD5262B379}" dt="2026-09-16T09:49:24.174" v="6916" actId="313"/>
          <ac:spMkLst>
            <pc:docMk/>
            <pc:sldMk cId="1876287168" sldId="340"/>
            <ac:spMk id="8" creationId="{040817B5-A97F-C5A5-06BD-196AE6754EAE}"/>
          </ac:spMkLst>
        </pc:spChg>
        <pc:spChg chg="mod">
          <ac:chgData name="Leila Iñigo de la Cruz" userId="fae4ed0d-52e1-4e8b-ac73-77e0b7235c9a" providerId="ADAL" clId="{1E9E03C1-E5D4-4BEC-8EBD-C4DD5262B379}" dt="2026-09-16T09:50:18.462" v="6929" actId="1076"/>
          <ac:spMkLst>
            <pc:docMk/>
            <pc:sldMk cId="1876287168" sldId="340"/>
            <ac:spMk id="9" creationId="{572374A2-501C-B947-A586-4424EFDB2DD3}"/>
          </ac:spMkLst>
        </pc:spChg>
      </pc:sldChg>
      <pc:sldChg chg="addSp new mod">
        <pc:chgData name="Leila Iñigo de la Cruz" userId="fae4ed0d-52e1-4e8b-ac73-77e0b7235c9a" providerId="ADAL" clId="{1E9E03C1-E5D4-4BEC-8EBD-C4DD5262B379}" dt="2026-09-16T09:44:05.196" v="6764" actId="22"/>
        <pc:sldMkLst>
          <pc:docMk/>
          <pc:sldMk cId="2906134859" sldId="341"/>
        </pc:sldMkLst>
        <pc:picChg chg="add">
          <ac:chgData name="Leila Iñigo de la Cruz" userId="fae4ed0d-52e1-4e8b-ac73-77e0b7235c9a" providerId="ADAL" clId="{1E9E03C1-E5D4-4BEC-8EBD-C4DD5262B379}" dt="2026-09-16T09:44:05.196" v="6764" actId="22"/>
          <ac:picMkLst>
            <pc:docMk/>
            <pc:sldMk cId="2906134859" sldId="341"/>
            <ac:picMk id="4" creationId="{050556A5-EFDC-BB8C-1FAC-253CA61941A0}"/>
          </ac:picMkLst>
        </pc:picChg>
      </pc:sldChg>
      <pc:sldChg chg="addSp delSp modSp add mod ord">
        <pc:chgData name="Leila Iñigo de la Cruz" userId="fae4ed0d-52e1-4e8b-ac73-77e0b7235c9a" providerId="ADAL" clId="{1E9E03C1-E5D4-4BEC-8EBD-C4DD5262B379}" dt="2026-09-16T11:08:28.673" v="6965" actId="5793"/>
        <pc:sldMkLst>
          <pc:docMk/>
          <pc:sldMk cId="2486391886" sldId="342"/>
        </pc:sldMkLst>
        <pc:spChg chg="mod">
          <ac:chgData name="Leila Iñigo de la Cruz" userId="fae4ed0d-52e1-4e8b-ac73-77e0b7235c9a" providerId="ADAL" clId="{1E9E03C1-E5D4-4BEC-8EBD-C4DD5262B379}" dt="2026-09-16T09:52:27.532" v="6948" actId="20577"/>
          <ac:spMkLst>
            <pc:docMk/>
            <pc:sldMk cId="2486391886" sldId="342"/>
            <ac:spMk id="2" creationId="{B963D005-11D7-2968-C4F5-F6D5CE92E9BC}"/>
          </ac:spMkLst>
        </pc:spChg>
        <pc:spChg chg="add mod">
          <ac:chgData name="Leila Iñigo de la Cruz" userId="fae4ed0d-52e1-4e8b-ac73-77e0b7235c9a" providerId="ADAL" clId="{1E9E03C1-E5D4-4BEC-8EBD-C4DD5262B379}" dt="2026-09-16T11:08:28.673" v="6965" actId="5793"/>
          <ac:spMkLst>
            <pc:docMk/>
            <pc:sldMk cId="2486391886" sldId="342"/>
            <ac:spMk id="3" creationId="{B88AD6D4-667A-C7C9-FFF0-F2E3217CE40B}"/>
          </ac:spMkLst>
        </pc:spChg>
        <pc:spChg chg="del">
          <ac:chgData name="Leila Iñigo de la Cruz" userId="fae4ed0d-52e1-4e8b-ac73-77e0b7235c9a" providerId="ADAL" clId="{1E9E03C1-E5D4-4BEC-8EBD-C4DD5262B379}" dt="2026-09-16T09:52:16.694" v="6937" actId="478"/>
          <ac:spMkLst>
            <pc:docMk/>
            <pc:sldMk cId="2486391886" sldId="342"/>
            <ac:spMk id="4" creationId="{E4F92F75-9049-35C4-762C-82C6D4267B04}"/>
          </ac:spMkLst>
        </pc:spChg>
        <pc:picChg chg="del">
          <ac:chgData name="Leila Iñigo de la Cruz" userId="fae4ed0d-52e1-4e8b-ac73-77e0b7235c9a" providerId="ADAL" clId="{1E9E03C1-E5D4-4BEC-8EBD-C4DD5262B379}" dt="2026-09-16T09:52:13.391" v="6936" actId="478"/>
          <ac:picMkLst>
            <pc:docMk/>
            <pc:sldMk cId="2486391886" sldId="342"/>
            <ac:picMk id="9" creationId="{A8482AE7-301F-052F-8F0F-E30AACA6BE89}"/>
          </ac:picMkLst>
        </pc:picChg>
      </pc:sldChg>
      <pc:sldChg chg="addSp delSp modSp add mod">
        <pc:chgData name="Leila Iñigo de la Cruz" userId="fae4ed0d-52e1-4e8b-ac73-77e0b7235c9a" providerId="ADAL" clId="{1E9E03C1-E5D4-4BEC-8EBD-C4DD5262B379}" dt="2026-09-16T11:18:51.011" v="7202" actId="403"/>
        <pc:sldMkLst>
          <pc:docMk/>
          <pc:sldMk cId="281847280" sldId="343"/>
        </pc:sldMkLst>
        <pc:spChg chg="mod">
          <ac:chgData name="Leila Iñigo de la Cruz" userId="fae4ed0d-52e1-4e8b-ac73-77e0b7235c9a" providerId="ADAL" clId="{1E9E03C1-E5D4-4BEC-8EBD-C4DD5262B379}" dt="2026-09-16T11:18:03.505" v="7182" actId="404"/>
          <ac:spMkLst>
            <pc:docMk/>
            <pc:sldMk cId="281847280" sldId="343"/>
            <ac:spMk id="2" creationId="{DA8EC747-08AF-CB29-489E-635F487FAC12}"/>
          </ac:spMkLst>
        </pc:spChg>
        <pc:spChg chg="del mod">
          <ac:chgData name="Leila Iñigo de la Cruz" userId="fae4ed0d-52e1-4e8b-ac73-77e0b7235c9a" providerId="ADAL" clId="{1E9E03C1-E5D4-4BEC-8EBD-C4DD5262B379}" dt="2026-09-16T11:17:24.501" v="7166" actId="478"/>
          <ac:spMkLst>
            <pc:docMk/>
            <pc:sldMk cId="281847280" sldId="343"/>
            <ac:spMk id="3" creationId="{2324E94F-0DE1-6E36-303D-6A9A1543B208}"/>
          </ac:spMkLst>
        </pc:spChg>
        <pc:spChg chg="add mod">
          <ac:chgData name="Leila Iñigo de la Cruz" userId="fae4ed0d-52e1-4e8b-ac73-77e0b7235c9a" providerId="ADAL" clId="{1E9E03C1-E5D4-4BEC-8EBD-C4DD5262B379}" dt="2026-09-16T11:18:51.011" v="7202" actId="403"/>
          <ac:spMkLst>
            <pc:docMk/>
            <pc:sldMk cId="281847280" sldId="343"/>
            <ac:spMk id="5" creationId="{FE51C33A-E3D9-5787-7593-0DC084955811}"/>
          </ac:spMkLst>
        </pc:spChg>
      </pc:sldChg>
      <pc:sldChg chg="addSp delSp modSp add mod">
        <pc:chgData name="Leila Iñigo de la Cruz" userId="fae4ed0d-52e1-4e8b-ac73-77e0b7235c9a" providerId="ADAL" clId="{1E9E03C1-E5D4-4BEC-8EBD-C4DD5262B379}" dt="2026-09-16T11:20:56.131" v="7249" actId="20577"/>
        <pc:sldMkLst>
          <pc:docMk/>
          <pc:sldMk cId="1646342922" sldId="344"/>
        </pc:sldMkLst>
        <pc:spChg chg="add del mod">
          <ac:chgData name="Leila Iñigo de la Cruz" userId="fae4ed0d-52e1-4e8b-ac73-77e0b7235c9a" providerId="ADAL" clId="{1E9E03C1-E5D4-4BEC-8EBD-C4DD5262B379}" dt="2026-09-16T11:20:56.131" v="7249" actId="20577"/>
          <ac:spMkLst>
            <pc:docMk/>
            <pc:sldMk cId="1646342922" sldId="344"/>
            <ac:spMk id="2" creationId="{482A8CC3-98F1-2444-6FA6-20136C9A01AB}"/>
          </ac:spMkLst>
        </pc:spChg>
        <pc:spChg chg="add del mod">
          <ac:chgData name="Leila Iñigo de la Cruz" userId="fae4ed0d-52e1-4e8b-ac73-77e0b7235c9a" providerId="ADAL" clId="{1E9E03C1-E5D4-4BEC-8EBD-C4DD5262B379}" dt="2026-09-16T11:20:12.569" v="7234" actId="478"/>
          <ac:spMkLst>
            <pc:docMk/>
            <pc:sldMk cId="1646342922" sldId="344"/>
            <ac:spMk id="4" creationId="{8D9D42E8-0B8F-44D8-3930-69C69947D3FA}"/>
          </ac:spMkLst>
        </pc:spChg>
        <pc:spChg chg="del">
          <ac:chgData name="Leila Iñigo de la Cruz" userId="fae4ed0d-52e1-4e8b-ac73-77e0b7235c9a" providerId="ADAL" clId="{1E9E03C1-E5D4-4BEC-8EBD-C4DD5262B379}" dt="2026-09-16T11:20:16.112" v="7235" actId="478"/>
          <ac:spMkLst>
            <pc:docMk/>
            <pc:sldMk cId="1646342922" sldId="344"/>
            <ac:spMk id="5" creationId="{DDEF6106-2354-ED44-045E-8204E85FAD3C}"/>
          </ac:spMkLst>
        </pc:spChg>
      </pc:sldChg>
      <pc:sldMasterChg chg="setBg delSldLayout modSldLayout">
        <pc:chgData name="Leila Iñigo de la Cruz" userId="fae4ed0d-52e1-4e8b-ac73-77e0b7235c9a" providerId="ADAL" clId="{1E9E03C1-E5D4-4BEC-8EBD-C4DD5262B379}" dt="2026-09-09T10:53:35.583" v="5522" actId="47"/>
        <pc:sldMasterMkLst>
          <pc:docMk/>
          <pc:sldMasterMk cId="1973923064" sldId="2147483660"/>
        </pc:sldMasterMkLst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1163347230" sldId="2147483661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1475835182" sldId="2147483662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2003810955" sldId="2147483663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4201232656" sldId="2147483664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570187518" sldId="2147483665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4050731651" sldId="2147483666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505408139" sldId="2147483667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2919896538" sldId="2147483668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012090353" sldId="2147483669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51813229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[ERA5](</a:t>
            </a:r>
            <a:r>
              <a:rPr lang="nl-N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https://cds.climate.copernicus.eu/datasets/reanalysis-era5-single-levels?tab=overview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or [CMIP6](</a:t>
            </a:r>
            <a:r>
              <a:rPr lang="nl-N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https://wcrp-cmip.org/cmip-phases/cmip6/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terabytes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petabytes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data.</a:t>
            </a:r>
          </a:p>
          <a:p>
            <a:b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rarely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particular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analysis. A researcher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short time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or a small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geographical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86D1997-190F-3232-56FC-9CEC25F7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51FE48D5-E041-9693-5997-6E322D381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[ERA5](</a:t>
            </a:r>
            <a:r>
              <a:rPr lang="nl-N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https://cds.climate.copernicus.eu/datasets/reanalysis-era5-single-levels?tab=overview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or [CMIP6](</a:t>
            </a:r>
            <a:r>
              <a:rPr lang="nl-N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https://wcrp-cmip.org/cmip-phases/cmip6/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terabytes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petabytes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data.</a:t>
            </a:r>
          </a:p>
          <a:p>
            <a:b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rarely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particular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analysis. A researcher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short time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or a small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geographical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3FDEDC3-BF85-B967-01B9-3AE5BDA34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244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5ABF5166-6BA9-7E9C-BF9D-285C2F75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C4D1CF5E-3BB0-D9A7-17F6-271C4321F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traditional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are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around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files. A researcher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finds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 file on a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repository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or server, downloads or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opens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selects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required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observations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performs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analysis.</a:t>
            </a:r>
            <a:endParaRPr lang="nl-NL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2414ED4-E869-56F5-5C2D-BBB41C8F0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654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1453B7BE-8A7D-FF4B-2908-62FAA196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8EA79C89-4980-CC7F-0622-B7A515C90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traditional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are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around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files. A researcher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finds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 file on a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repository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or server, downloads or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opens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selects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required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observations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performs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analysis.</a:t>
            </a:r>
            <a:endParaRPr lang="nl-NL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E28E8AF-F6A1-26B6-6399-178196607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5162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A002698-6D14-3927-669A-980BD031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548EE05-64FB-E36B-3DA6-207722F70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D5FE426-6AA5-91DB-744A-28B3E4C68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7525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82D0B-7FF0-4211-931C-B3C2EE69002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543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7A6F7B0-1223-B57E-8BB6-DF2A2E64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78B4595C-C634-F79E-C69D-8F5D0F22D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format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storing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multidimensional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Like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NetCDF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multiple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variables, but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different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storage model.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44BBACE4-9E3A-0737-47F2-CBF7BF1F2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0163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4AE03FB4-C479-0C35-CD39-BCA6E015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C5A46020-462F-0C02-DC29-1BACFBC02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traditional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are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around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files. A researcher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finds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 file on a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repository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or server, downloads or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opens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selects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required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observations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performs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analysis.</a:t>
            </a:r>
            <a:endParaRPr lang="nl-NL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6F075A99-B331-FF1D-59E9-4BB904085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1106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20736681-444C-FDB0-D45F-091F4553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98B3B0CD-D23A-851E-5DDA-EE28C24CE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traditional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are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around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files. A researcher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finds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 file on a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repository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or server, downloads or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opens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selects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required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observations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performs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analysis.</a:t>
            </a:r>
            <a:endParaRPr lang="nl-NL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51B4B87-FC7A-8E7C-2A33-43AC0D57F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8021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56077121-3CDC-303B-4764-DB1519A7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3961BC9F-36B1-CEEE-EB7F-22AC4079A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traditional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are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around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files. A researcher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finds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 file on a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repository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or server, downloads or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opens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selects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required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observations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performs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2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200" b="0" dirty="0">
                <a:solidFill>
                  <a:schemeClr val="tx1"/>
                </a:solidFill>
                <a:effectLst/>
                <a:latin typeface="+mn-lt"/>
              </a:rPr>
              <a:t> analysis.</a:t>
            </a:r>
            <a:endParaRPr lang="nl-NL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E6B5ECB-90E6-3D33-A020-DED52A80A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049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ds.climate.copernicus.eu/datasets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07540" y="871876"/>
            <a:ext cx="6493838" cy="354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Cloud Native </a:t>
            </a:r>
            <a:r>
              <a:rPr lang="nl-NL" sz="6000" b="1" dirty="0" err="1"/>
              <a:t>Layouts</a:t>
            </a:r>
            <a:endParaRPr lang="nl-NL" sz="60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74337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/>
                  </a:solidFill>
                </a:rPr>
                <a:t>Is </a:t>
              </a:r>
              <a:r>
                <a:rPr lang="nl-NL" dirty="0" err="1">
                  <a:solidFill>
                    <a:schemeClr val="tx1"/>
                  </a:solidFill>
                </a:rPr>
                <a:t>my</a:t>
              </a:r>
              <a:r>
                <a:rPr lang="nl-NL" dirty="0">
                  <a:solidFill>
                    <a:schemeClr val="tx1"/>
                  </a:solidFill>
                </a:rPr>
                <a:t> data </a:t>
              </a:r>
              <a:r>
                <a:rPr lang="nl-NL" dirty="0" err="1">
                  <a:solidFill>
                    <a:schemeClr val="tx1"/>
                  </a:solidFill>
                </a:rPr>
                <a:t>optimised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for</a:t>
              </a:r>
              <a:r>
                <a:rPr lang="nl-NL" dirty="0">
                  <a:solidFill>
                    <a:schemeClr val="tx1"/>
                  </a:solidFill>
                </a:rPr>
                <a:t> access even </a:t>
              </a:r>
              <a:r>
                <a:rPr lang="nl-NL" dirty="0" err="1">
                  <a:solidFill>
                    <a:schemeClr val="tx1"/>
                  </a:solidFill>
                </a:rPr>
                <a:t>if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it</a:t>
              </a:r>
              <a:r>
                <a:rPr lang="nl-NL" dirty="0">
                  <a:solidFill>
                    <a:schemeClr val="tx1"/>
                  </a:solidFill>
                </a:rPr>
                <a:t> is </a:t>
              </a:r>
              <a:r>
                <a:rPr lang="nl-NL" dirty="0" err="1">
                  <a:solidFill>
                    <a:schemeClr val="tx1"/>
                  </a:solidFill>
                </a:rPr>
                <a:t>stored</a:t>
              </a:r>
              <a:r>
                <a:rPr lang="nl-NL" dirty="0">
                  <a:solidFill>
                    <a:schemeClr val="tx1"/>
                  </a:solidFill>
                </a:rPr>
                <a:t> in </a:t>
              </a:r>
              <a:r>
                <a:rPr lang="nl-NL" dirty="0" err="1">
                  <a:solidFill>
                    <a:schemeClr val="tx1"/>
                  </a:solidFill>
                </a:rPr>
                <a:t>the</a:t>
              </a:r>
              <a:r>
                <a:rPr lang="nl-NL" dirty="0">
                  <a:solidFill>
                    <a:schemeClr val="tx1"/>
                  </a:solidFill>
                </a:rPr>
                <a:t> cloud </a:t>
              </a:r>
              <a:r>
                <a:rPr lang="nl-NL" dirty="0" err="1">
                  <a:solidFill>
                    <a:schemeClr val="tx1"/>
                  </a:solidFill>
                </a:rPr>
                <a:t>with</a:t>
              </a:r>
              <a:r>
                <a:rPr lang="nl-NL" dirty="0">
                  <a:solidFill>
                    <a:schemeClr val="tx1"/>
                  </a:solidFill>
                </a:rPr>
                <a:t> a </a:t>
              </a:r>
              <a:r>
                <a:rPr lang="nl-NL" dirty="0" err="1">
                  <a:solidFill>
                    <a:schemeClr val="tx1"/>
                  </a:solidFill>
                </a:rPr>
                <a:t>predictable</a:t>
              </a:r>
              <a:r>
                <a:rPr lang="nl-NL" dirty="0">
                  <a:solidFill>
                    <a:schemeClr val="tx1"/>
                  </a:solidFill>
                </a:rPr>
                <a:t> format </a:t>
              </a:r>
              <a:r>
                <a:rPr lang="nl-NL" dirty="0" err="1">
                  <a:solidFill>
                    <a:schemeClr val="tx1"/>
                  </a:solidFill>
                </a:rPr>
                <a:t>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following</a:t>
              </a:r>
              <a:r>
                <a:rPr lang="nl-NL" dirty="0">
                  <a:solidFill>
                    <a:schemeClr val="tx1"/>
                  </a:solidFill>
                </a:rPr>
                <a:t> standard metadata </a:t>
              </a:r>
              <a:r>
                <a:rPr lang="nl-NL" dirty="0" err="1">
                  <a:solidFill>
                    <a:schemeClr val="tx1"/>
                  </a:solidFill>
                </a:rPr>
                <a:t>conventions</a:t>
              </a:r>
              <a:r>
                <a:rPr lang="nl-NL" dirty="0">
                  <a:solidFill>
                    <a:schemeClr val="tx1"/>
                  </a:solidFill>
                </a:rPr>
                <a:t>?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7E63A3C-9D2B-24AB-00AF-C373A056CA23}"/>
              </a:ext>
            </a:extLst>
          </p:cNvPr>
          <p:cNvSpPr txBox="1"/>
          <p:nvPr/>
        </p:nvSpPr>
        <p:spPr>
          <a:xfrm>
            <a:off x="785801" y="3633580"/>
            <a:ext cx="869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Climate datasets are often huge , but researchers usually need only a small subset.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CD3C2-DCC0-56E5-2FDE-80085C1E96E3}"/>
              </a:ext>
            </a:extLst>
          </p:cNvPr>
          <p:cNvSpPr txBox="1"/>
          <p:nvPr/>
        </p:nvSpPr>
        <p:spPr>
          <a:xfrm>
            <a:off x="829967" y="4439750"/>
            <a:ext cx="76482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: In the </a:t>
            </a:r>
            <a:r>
              <a:rPr lang="en-US" u="sng" dirty="0">
                <a:solidFill>
                  <a:schemeClr val="accent2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Climate Data store from Copernicus</a:t>
            </a:r>
            <a:r>
              <a:rPr lang="en-US" dirty="0"/>
              <a:t>, you are allowed to: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time-period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08AE7CA8-504B-7C9A-C99E-0705E390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778360F1-561B-BE2E-4613-35F04D671E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1C72BCB-56BF-21BB-099B-F3F3029786BA}"/>
              </a:ext>
            </a:extLst>
          </p:cNvPr>
          <p:cNvSpPr txBox="1">
            <a:spLocks/>
          </p:cNvSpPr>
          <p:nvPr/>
        </p:nvSpPr>
        <p:spPr>
          <a:xfrm>
            <a:off x="3558009" y="2465166"/>
            <a:ext cx="5331348" cy="178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4400" kern="0" dirty="0"/>
              <a:t>But how can that be achieved?</a:t>
            </a:r>
          </a:p>
        </p:txBody>
      </p:sp>
    </p:spTree>
    <p:extLst>
      <p:ext uri="{BB962C8B-B14F-4D97-AF65-F5344CB8AC3E}">
        <p14:creationId xmlns:p14="http://schemas.microsoft.com/office/powerpoint/2010/main" val="178966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4220900" y="2966013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Cloud native is </a:t>
            </a:r>
            <a:r>
              <a:rPr lang="nl-NL" dirty="0" err="1">
                <a:solidFill>
                  <a:schemeClr val="tx1"/>
                </a:solidFill>
              </a:rPr>
              <a:t>about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access model </a:t>
            </a: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1714" y="1398120"/>
            <a:ext cx="910857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Cloud native does </a:t>
            </a:r>
            <a:r>
              <a:rPr lang="nl-NL" sz="6000" b="1" dirty="0" err="1"/>
              <a:t>not</a:t>
            </a:r>
            <a:r>
              <a:rPr lang="nl-NL" sz="6000" b="1" dirty="0"/>
              <a:t> </a:t>
            </a:r>
            <a:r>
              <a:rPr lang="nl-NL" sz="6000" b="1" dirty="0" err="1"/>
              <a:t>just</a:t>
            </a:r>
            <a:r>
              <a:rPr lang="nl-NL" sz="6000" b="1" dirty="0"/>
              <a:t> </a:t>
            </a:r>
            <a:r>
              <a:rPr lang="nl-NL" sz="6000" b="1" dirty="0" err="1"/>
              <a:t>mean</a:t>
            </a:r>
            <a:r>
              <a:rPr lang="nl-NL" sz="6000" b="1" dirty="0"/>
              <a:t> “in </a:t>
            </a:r>
            <a:r>
              <a:rPr lang="nl-NL" sz="6000" b="1" dirty="0" err="1"/>
              <a:t>the</a:t>
            </a:r>
            <a:r>
              <a:rPr lang="nl-NL" sz="6000" b="1" dirty="0"/>
              <a:t> cloud”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11B51-AE73-5626-A481-5C0BE258D705}"/>
              </a:ext>
            </a:extLst>
          </p:cNvPr>
          <p:cNvSpPr txBox="1"/>
          <p:nvPr/>
        </p:nvSpPr>
        <p:spPr>
          <a:xfrm>
            <a:off x="1365813" y="4577020"/>
            <a:ext cx="10174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Cloud native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layouts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support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workflows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which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software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retrieves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only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selected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parts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of a dataset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perform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multiple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reads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in parallel.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The important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idea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is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therefore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not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simply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data are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stored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, but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how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data are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organised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1" dirty="0" err="1">
                <a:solidFill>
                  <a:schemeClr val="tx1"/>
                </a:solidFill>
                <a:effectLst/>
                <a:latin typeface="+mn-lt"/>
              </a:rPr>
              <a:t>for</a:t>
            </a:r>
            <a:r>
              <a:rPr lang="nl-NL" sz="1800" b="1" dirty="0">
                <a:solidFill>
                  <a:schemeClr val="tx1"/>
                </a:solidFill>
                <a:effectLst/>
                <a:latin typeface="+mn-lt"/>
              </a:rPr>
              <a:t> access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nl-NL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88DFE718-6E51-D261-5BAB-2EB0FE9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58F2C4A-0A25-A4B0-5A6C-BC4F78289C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E077F263-2A91-C75E-0219-ACD92B614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9531" y="1699062"/>
            <a:ext cx="910857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The traditional file-</a:t>
            </a:r>
            <a:r>
              <a:rPr lang="nl-NL" sz="6000" b="1" dirty="0" err="1"/>
              <a:t>based</a:t>
            </a:r>
            <a:r>
              <a:rPr lang="nl-NL" sz="6000" b="1" dirty="0"/>
              <a:t> workflow</a:t>
            </a:r>
          </a:p>
          <a:p>
            <a:pPr marL="0" indent="0" algn="ctr">
              <a:buSzPts val="6000"/>
            </a:pPr>
            <a:endParaRPr lang="nl-NL" sz="18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539606-66D7-1259-F696-A348F819C8D1}"/>
              </a:ext>
            </a:extLst>
          </p:cNvPr>
          <p:cNvSpPr txBox="1"/>
          <p:nvPr/>
        </p:nvSpPr>
        <p:spPr>
          <a:xfrm>
            <a:off x="640106" y="4081608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Rationale: One file , one unit of access</a:t>
            </a:r>
            <a:endParaRPr lang="nl-N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62B8F1-9955-F895-43FE-199D1955713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6F6"/>
              </a:clrFrom>
              <a:clrTo>
                <a:srgbClr val="FFF6F6">
                  <a:alpha val="0"/>
                </a:srgbClr>
              </a:clrTo>
            </a:clrChange>
          </a:blip>
          <a:srcRect l="2791" t="4795" r="1984" b="8314"/>
          <a:stretch>
            <a:fillRect/>
          </a:stretch>
        </p:blipFill>
        <p:spPr>
          <a:xfrm>
            <a:off x="5727700" y="2965450"/>
            <a:ext cx="5638800" cy="28765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6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E3F6B8B0-5A8E-3C12-C271-F39962D6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550FEAAD-02BD-2D17-C673-B682BFD264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EA770764-2BA0-51FE-FE8D-53899F625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07932" y="923558"/>
            <a:ext cx="910857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Cloud native </a:t>
            </a:r>
            <a:r>
              <a:rPr lang="nl-NL" sz="6000" b="1" dirty="0" err="1"/>
              <a:t>layouts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9022A-2B39-94AB-F4AC-57DE55F3A52B}"/>
              </a:ext>
            </a:extLst>
          </p:cNvPr>
          <p:cNvSpPr txBox="1"/>
          <p:nvPr/>
        </p:nvSpPr>
        <p:spPr>
          <a:xfrm>
            <a:off x="65323" y="3429000"/>
            <a:ext cx="5120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Rationale: Break down each file into smaller independently accessible parts</a:t>
            </a:r>
            <a:endParaRPr lang="nl-NL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C13E8-406B-CFCB-E4FB-966611FBBA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5458" y="1964782"/>
            <a:ext cx="6756024" cy="380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7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0C8F0035-8DB9-41C3-6D30-54037023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EAA811A-F932-0A04-09AA-A733EE4E19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959E302E-6BE1-27C5-0DB9-FB16FD655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07801" y="636655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r>
              <a:rPr lang="nl-NL" sz="6000" b="1" dirty="0"/>
              <a:t> </a:t>
            </a:r>
            <a:r>
              <a:rPr lang="nl-NL" sz="6000" b="1" dirty="0" err="1"/>
              <a:t>vs</a:t>
            </a:r>
            <a:r>
              <a:rPr lang="nl-NL" sz="6000" b="1" dirty="0"/>
              <a:t> </a:t>
            </a:r>
            <a:r>
              <a:rPr lang="nl-NL" sz="6000" b="1" dirty="0" err="1"/>
              <a:t>Zarr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9D672F-B225-1B79-59F0-B91E4DED27AF}"/>
              </a:ext>
            </a:extLst>
          </p:cNvPr>
          <p:cNvSpPr/>
          <p:nvPr/>
        </p:nvSpPr>
        <p:spPr>
          <a:xfrm>
            <a:off x="709555" y="2585431"/>
            <a:ext cx="3567440" cy="954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schemeClr val="tx1"/>
                </a:solidFill>
              </a:rPr>
              <a:t>NetCDF</a:t>
            </a:r>
            <a:r>
              <a:rPr lang="nl-NL" b="1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nl-NL" b="1" dirty="0">
                <a:solidFill>
                  <a:schemeClr val="tx1"/>
                </a:solidFill>
              </a:rPr>
              <a:t>a </a:t>
            </a:r>
            <a:r>
              <a:rPr lang="nl-NL" b="1" dirty="0" err="1">
                <a:solidFill>
                  <a:schemeClr val="tx1"/>
                </a:solidFill>
              </a:rPr>
              <a:t>primarily</a:t>
            </a:r>
            <a:r>
              <a:rPr lang="nl-NL" b="1" dirty="0">
                <a:solidFill>
                  <a:schemeClr val="tx1"/>
                </a:solidFill>
              </a:rPr>
              <a:t> file-</a:t>
            </a:r>
            <a:r>
              <a:rPr lang="nl-NL" b="1" dirty="0" err="1">
                <a:solidFill>
                  <a:schemeClr val="tx1"/>
                </a:solidFill>
              </a:rPr>
              <a:t>oriented</a:t>
            </a:r>
            <a:r>
              <a:rPr lang="nl-NL" b="1" dirty="0">
                <a:solidFill>
                  <a:schemeClr val="tx1"/>
                </a:solidFill>
              </a:rPr>
              <a:t> </a:t>
            </a:r>
            <a:r>
              <a:rPr lang="nl-NL" b="1" dirty="0" err="1">
                <a:solidFill>
                  <a:schemeClr val="tx1"/>
                </a:solidFill>
              </a:rPr>
              <a:t>representation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23D39-B3F9-CA25-E935-1D4D9E6DBDCC}"/>
              </a:ext>
            </a:extLst>
          </p:cNvPr>
          <p:cNvSpPr txBox="1"/>
          <p:nvPr/>
        </p:nvSpPr>
        <p:spPr>
          <a:xfrm>
            <a:off x="893530" y="3540307"/>
            <a:ext cx="3567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600" dirty="0"/>
              <a:t>A </a:t>
            </a:r>
            <a:r>
              <a:rPr lang="nl-NL" sz="1600" dirty="0" err="1"/>
              <a:t>NetCDF</a:t>
            </a:r>
            <a:r>
              <a:rPr lang="nl-NL" sz="1600" dirty="0"/>
              <a:t> dataset is </a:t>
            </a:r>
            <a:r>
              <a:rPr lang="nl-NL" sz="1600" dirty="0" err="1"/>
              <a:t>commonly</a:t>
            </a:r>
            <a:r>
              <a:rPr lang="nl-NL" sz="1600" dirty="0"/>
              <a:t> </a:t>
            </a:r>
            <a:r>
              <a:rPr lang="nl-NL" sz="1600" dirty="0" err="1"/>
              <a:t>packaged</a:t>
            </a:r>
            <a:r>
              <a:rPr lang="nl-NL" sz="1600" dirty="0"/>
              <a:t> </a:t>
            </a:r>
            <a:r>
              <a:rPr lang="nl-NL" sz="1600" dirty="0" err="1"/>
              <a:t>into</a:t>
            </a:r>
            <a:r>
              <a:rPr lang="nl-NL" sz="1600" dirty="0"/>
              <a:t> a single </a:t>
            </a:r>
            <a:r>
              <a:rPr lang="nl-NL" sz="1600" dirty="0" err="1"/>
              <a:t>binary</a:t>
            </a:r>
            <a:r>
              <a:rPr lang="nl-NL" sz="1600" dirty="0"/>
              <a:t> file.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AA5711-782F-8A77-27A7-4A572283DB36}"/>
              </a:ext>
            </a:extLst>
          </p:cNvPr>
          <p:cNvSpPr/>
          <p:nvPr/>
        </p:nvSpPr>
        <p:spPr>
          <a:xfrm>
            <a:off x="4749481" y="3031038"/>
            <a:ext cx="2973838" cy="46298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56D5E-62D0-D264-4DF8-2E9ABE3A8F2F}"/>
              </a:ext>
            </a:extLst>
          </p:cNvPr>
          <p:cNvSpPr txBox="1"/>
          <p:nvPr/>
        </p:nvSpPr>
        <p:spPr>
          <a:xfrm>
            <a:off x="5061926" y="3552785"/>
            <a:ext cx="231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It gets uploaded to an object storage cloud infrastructure</a:t>
            </a:r>
            <a:endParaRPr lang="nl-N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724BE-3D36-88B6-8565-46BA873AFEBA}"/>
              </a:ext>
            </a:extLst>
          </p:cNvPr>
          <p:cNvSpPr txBox="1"/>
          <p:nvPr/>
        </p:nvSpPr>
        <p:spPr>
          <a:xfrm>
            <a:off x="8158077" y="2585432"/>
            <a:ext cx="2973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Remote access is possible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Software can use HTTP byte-range requests to retrieve regions of the file. 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A1DDB-E2DE-068D-F702-4C61A18C94B1}"/>
              </a:ext>
            </a:extLst>
          </p:cNvPr>
          <p:cNvSpPr txBox="1"/>
          <p:nvPr/>
        </p:nvSpPr>
        <p:spPr>
          <a:xfrm>
            <a:off x="2066330" y="4975875"/>
            <a:ext cx="8059339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But it is not a scalable model for workflows involving many repeated subsets , many </a:t>
            </a:r>
            <a:r>
              <a:rPr lang="en-US" dirty="0" err="1"/>
              <a:t>paralell</a:t>
            </a:r>
            <a:r>
              <a:rPr lang="en-US" dirty="0"/>
              <a:t> readers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673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2F924B-B99F-5320-938C-B2C3F995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9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4DAE8A99-21BA-41E5-BE83-1C5C93CD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860E3272-62FB-5D43-8279-C8A5743465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FD48ECB2-55D8-85BB-3CB3-3FDB448BE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07801" y="636655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r>
              <a:rPr lang="nl-NL" sz="6000" b="1" dirty="0"/>
              <a:t> </a:t>
            </a:r>
            <a:r>
              <a:rPr lang="nl-NL" sz="6000" b="1" dirty="0" err="1"/>
              <a:t>vs</a:t>
            </a:r>
            <a:r>
              <a:rPr lang="nl-NL" sz="6000" b="1" dirty="0"/>
              <a:t> </a:t>
            </a:r>
            <a:r>
              <a:rPr lang="nl-NL" sz="6000" b="1" dirty="0" err="1"/>
              <a:t>Zarr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42A639-215C-A59A-29F1-59C1CF47E759}"/>
              </a:ext>
            </a:extLst>
          </p:cNvPr>
          <p:cNvSpPr/>
          <p:nvPr/>
        </p:nvSpPr>
        <p:spPr>
          <a:xfrm>
            <a:off x="709555" y="2585431"/>
            <a:ext cx="3567440" cy="954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schemeClr val="tx1"/>
                </a:solidFill>
              </a:rPr>
              <a:t>Zarr</a:t>
            </a:r>
            <a:r>
              <a:rPr lang="nl-NL" b="1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nl-NL" b="1" dirty="0">
                <a:solidFill>
                  <a:schemeClr val="tx1"/>
                </a:solidFill>
              </a:rPr>
              <a:t>a cloud-</a:t>
            </a:r>
            <a:r>
              <a:rPr lang="nl-NL" b="1" dirty="0" err="1">
                <a:solidFill>
                  <a:schemeClr val="tx1"/>
                </a:solidFill>
              </a:rPr>
              <a:t>oriented</a:t>
            </a:r>
            <a:r>
              <a:rPr lang="nl-NL" b="1" dirty="0">
                <a:solidFill>
                  <a:schemeClr val="tx1"/>
                </a:solidFill>
              </a:rPr>
              <a:t> </a:t>
            </a:r>
            <a:r>
              <a:rPr lang="nl-NL" b="1" dirty="0" err="1">
                <a:solidFill>
                  <a:schemeClr val="tx1"/>
                </a:solidFill>
              </a:rPr>
              <a:t>chunked</a:t>
            </a:r>
            <a:r>
              <a:rPr lang="nl-NL" b="1" dirty="0">
                <a:solidFill>
                  <a:schemeClr val="tx1"/>
                </a:solidFill>
              </a:rPr>
              <a:t> </a:t>
            </a:r>
            <a:r>
              <a:rPr lang="nl-NL" b="1" dirty="0" err="1">
                <a:solidFill>
                  <a:schemeClr val="tx1"/>
                </a:solidFill>
              </a:rPr>
              <a:t>representation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7108E-0DD3-E4D9-09AE-BB4408AFB1D4}"/>
              </a:ext>
            </a:extLst>
          </p:cNvPr>
          <p:cNvSpPr txBox="1"/>
          <p:nvPr/>
        </p:nvSpPr>
        <p:spPr>
          <a:xfrm>
            <a:off x="709555" y="3695702"/>
            <a:ext cx="3567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/>
              <a:t>Zarr</a:t>
            </a:r>
            <a:r>
              <a:rPr lang="nl-NL" dirty="0"/>
              <a:t> </a:t>
            </a:r>
            <a:r>
              <a:rPr lang="nl-NL" dirty="0" err="1"/>
              <a:t>divides</a:t>
            </a:r>
            <a:r>
              <a:rPr lang="nl-NL" dirty="0"/>
              <a:t> arrays </a:t>
            </a:r>
            <a:r>
              <a:rPr lang="nl-NL" dirty="0" err="1"/>
              <a:t>into</a:t>
            </a:r>
            <a:r>
              <a:rPr lang="nl-NL" dirty="0"/>
              <a:t> smaller pieces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b="1" dirty="0" err="1"/>
              <a:t>chunks</a:t>
            </a:r>
            <a:r>
              <a:rPr lang="nl-NL" dirty="0"/>
              <a:t>. A </a:t>
            </a:r>
            <a:r>
              <a:rPr lang="nl-NL" dirty="0" err="1"/>
              <a:t>chunk</a:t>
            </a:r>
            <a:r>
              <a:rPr lang="nl-NL" dirty="0"/>
              <a:t> </a:t>
            </a:r>
            <a:r>
              <a:rPr lang="nl-NL" dirty="0" err="1"/>
              <a:t>represents</a:t>
            </a:r>
            <a:r>
              <a:rPr lang="nl-NL" dirty="0"/>
              <a:t> a </a:t>
            </a:r>
            <a:r>
              <a:rPr lang="nl-NL" dirty="0" err="1"/>
              <a:t>region</a:t>
            </a:r>
            <a:r>
              <a:rPr lang="nl-NL" dirty="0"/>
              <a:t> of a </a:t>
            </a:r>
            <a:r>
              <a:rPr lang="nl-NL" dirty="0" err="1"/>
              <a:t>multidimensional</a:t>
            </a:r>
            <a:r>
              <a:rPr lang="nl-NL" dirty="0"/>
              <a:t> array,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read</a:t>
            </a:r>
            <a:r>
              <a:rPr lang="nl-NL" dirty="0"/>
              <a:t> </a:t>
            </a:r>
            <a:r>
              <a:rPr lang="nl-NL" dirty="0" err="1"/>
              <a:t>independently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size</a:t>
            </a:r>
            <a:r>
              <a:rPr lang="nl-NL" dirty="0"/>
              <a:t> is a design </a:t>
            </a:r>
            <a:r>
              <a:rPr lang="nl-NL" dirty="0" err="1"/>
              <a:t>choice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match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expected</a:t>
            </a:r>
            <a:r>
              <a:rPr lang="nl-NL" dirty="0"/>
              <a:t> access </a:t>
            </a:r>
            <a:r>
              <a:rPr lang="nl-NL" dirty="0" err="1"/>
              <a:t>pattern</a:t>
            </a:r>
            <a:r>
              <a:rPr lang="nl-NL" dirty="0"/>
              <a:t>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FF86E78-3B03-9BC3-CFEE-D31E902EEFDF}"/>
              </a:ext>
            </a:extLst>
          </p:cNvPr>
          <p:cNvSpPr/>
          <p:nvPr/>
        </p:nvSpPr>
        <p:spPr>
          <a:xfrm>
            <a:off x="4749481" y="3031038"/>
            <a:ext cx="2973838" cy="46298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63C16-E659-11E4-7561-6E7AB0828131}"/>
              </a:ext>
            </a:extLst>
          </p:cNvPr>
          <p:cNvSpPr txBox="1"/>
          <p:nvPr/>
        </p:nvSpPr>
        <p:spPr>
          <a:xfrm>
            <a:off x="5061926" y="3552785"/>
            <a:ext cx="231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It gets uploaded to an object storage cloud infrastructure</a:t>
            </a:r>
            <a:endParaRPr lang="nl-N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817B5-A97F-C5A5-06BD-196AE6754EAE}"/>
              </a:ext>
            </a:extLst>
          </p:cNvPr>
          <p:cNvSpPr txBox="1"/>
          <p:nvPr/>
        </p:nvSpPr>
        <p:spPr>
          <a:xfrm>
            <a:off x="8195805" y="2847985"/>
            <a:ext cx="2973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Remote access is possible.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Each chunk can be retrieved independently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Supports parallel access 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374A2-501C-B947-A586-4424EFDB2DD3}"/>
              </a:ext>
            </a:extLst>
          </p:cNvPr>
          <p:cNvSpPr txBox="1"/>
          <p:nvPr/>
        </p:nvSpPr>
        <p:spPr>
          <a:xfrm>
            <a:off x="4635810" y="5199789"/>
            <a:ext cx="7448159" cy="102155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/>
              <a:t>The </a:t>
            </a:r>
            <a:r>
              <a:rPr lang="nl-NL" dirty="0" err="1"/>
              <a:t>key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cloud </a:t>
            </a:r>
            <a:r>
              <a:rPr lang="nl-NL" dirty="0" err="1"/>
              <a:t>perspective</a:t>
            </a:r>
            <a:r>
              <a:rPr lang="nl-NL" dirty="0"/>
              <a:t> is </a:t>
            </a:r>
            <a:r>
              <a:rPr lang="nl-NL" dirty="0" err="1"/>
              <a:t>that</a:t>
            </a:r>
            <a:r>
              <a:rPr lang="nl-NL" dirty="0"/>
              <a:t> a </a:t>
            </a:r>
            <a:r>
              <a:rPr lang="nl-NL" dirty="0" err="1"/>
              <a:t>Zarr</a:t>
            </a:r>
            <a:r>
              <a:rPr lang="nl-NL" dirty="0"/>
              <a:t> storage </a:t>
            </a:r>
            <a:r>
              <a:rPr lang="nl-NL" dirty="0" err="1"/>
              <a:t>layout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expose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chunks</a:t>
            </a:r>
            <a:r>
              <a:rPr lang="nl-NL" dirty="0"/>
              <a:t> as </a:t>
            </a:r>
            <a:r>
              <a:rPr lang="nl-NL" b="1" dirty="0" err="1"/>
              <a:t>independently</a:t>
            </a:r>
            <a:r>
              <a:rPr lang="nl-NL" b="1" dirty="0"/>
              <a:t> </a:t>
            </a:r>
            <a:r>
              <a:rPr lang="nl-NL" b="1" dirty="0" err="1"/>
              <a:t>addressable</a:t>
            </a:r>
            <a:r>
              <a:rPr lang="nl-NL" b="1" dirty="0"/>
              <a:t> </a:t>
            </a:r>
            <a:r>
              <a:rPr lang="nl-NL" b="1" dirty="0" err="1"/>
              <a:t>parts</a:t>
            </a:r>
            <a:r>
              <a:rPr lang="nl-NL" b="1" dirty="0"/>
              <a:t> of </a:t>
            </a:r>
            <a:r>
              <a:rPr lang="nl-NL" b="1" dirty="0" err="1"/>
              <a:t>the</a:t>
            </a:r>
            <a:r>
              <a:rPr lang="nl-NL" b="1" dirty="0"/>
              <a:t> storage system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628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/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7830-80C8-DA4F-4E04-378166E4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556A5-EFDC-BB8C-1FAC-253CA619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3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EA263CB7-D07F-6111-0C0E-152AE08A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888A6B8-1595-EF77-0895-6AE962D222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B963D005-11D7-2968-C4F5-F6D5CE92E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07932" y="923558"/>
            <a:ext cx="910857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So</a:t>
            </a:r>
            <a:r>
              <a:rPr lang="nl-NL" sz="6000" b="1" dirty="0"/>
              <a:t>, </a:t>
            </a:r>
            <a:r>
              <a:rPr lang="nl-NL" sz="6000" b="1" dirty="0" err="1"/>
              <a:t>then</a:t>
            </a:r>
            <a:r>
              <a:rPr lang="nl-NL" sz="6000" b="1" dirty="0"/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AD6D4-667A-C7C9-FFF0-F2E3217CE40B}"/>
              </a:ext>
            </a:extLst>
          </p:cNvPr>
          <p:cNvSpPr txBox="1"/>
          <p:nvPr/>
        </p:nvSpPr>
        <p:spPr>
          <a:xfrm>
            <a:off x="1179766" y="2521016"/>
            <a:ext cx="103649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nl-NL" dirty="0" err="1"/>
              <a:t>Zarr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understood</a:t>
            </a:r>
            <a:r>
              <a:rPr lang="nl-NL" dirty="0"/>
              <a:t> </a:t>
            </a:r>
            <a:r>
              <a:rPr lang="nl-NL" dirty="0" err="1"/>
              <a:t>simply</a:t>
            </a:r>
            <a:r>
              <a:rPr lang="nl-NL" dirty="0"/>
              <a:t> as a </a:t>
            </a:r>
            <a:r>
              <a:rPr lang="nl-NL" dirty="0" err="1"/>
              <a:t>replacement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NetCDF</a:t>
            </a:r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nl-NL" dirty="0" err="1"/>
              <a:t>NetCDF</a:t>
            </a:r>
            <a:r>
              <a:rPr lang="nl-NL" dirty="0"/>
              <a:t> </a:t>
            </a:r>
            <a:r>
              <a:rPr lang="nl-NL" dirty="0" err="1"/>
              <a:t>remains</a:t>
            </a:r>
            <a:r>
              <a:rPr lang="nl-NL" dirty="0"/>
              <a:t> </a:t>
            </a:r>
            <a:r>
              <a:rPr lang="nl-NL" dirty="0" err="1"/>
              <a:t>fundamental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climate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atmospheric</a:t>
            </a:r>
            <a:r>
              <a:rPr lang="nl-NL" dirty="0"/>
              <a:t> </a:t>
            </a:r>
            <a:r>
              <a:rPr lang="nl-NL" dirty="0" err="1"/>
              <a:t>sciences</a:t>
            </a:r>
            <a:r>
              <a:rPr lang="nl-NL" dirty="0"/>
              <a:t>, large </a:t>
            </a:r>
            <a:r>
              <a:rPr lang="nl-NL" dirty="0" err="1"/>
              <a:t>scientific</a:t>
            </a:r>
            <a:r>
              <a:rPr lang="nl-NL" dirty="0"/>
              <a:t> </a:t>
            </a:r>
            <a:r>
              <a:rPr lang="nl-NL" dirty="0" err="1"/>
              <a:t>archives</a:t>
            </a:r>
            <a:r>
              <a:rPr lang="nl-NL" dirty="0"/>
              <a:t>, </a:t>
            </a:r>
            <a:r>
              <a:rPr lang="nl-NL" dirty="0" err="1"/>
              <a:t>established</a:t>
            </a:r>
            <a:r>
              <a:rPr lang="nl-NL" dirty="0"/>
              <a:t> tools, community </a:t>
            </a:r>
            <a:r>
              <a:rPr lang="nl-NL" dirty="0" err="1"/>
              <a:t>conventions</a:t>
            </a:r>
            <a:r>
              <a:rPr lang="nl-NL" dirty="0"/>
              <a:t>, </a:t>
            </a:r>
            <a:r>
              <a:rPr lang="nl-NL" dirty="0" err="1"/>
              <a:t>repositories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existing</a:t>
            </a:r>
            <a:r>
              <a:rPr lang="nl-NL" dirty="0"/>
              <a:t> research </a:t>
            </a:r>
            <a:r>
              <a:rPr lang="nl-NL" dirty="0" err="1"/>
              <a:t>workflows</a:t>
            </a:r>
            <a:r>
              <a:rPr lang="nl-NL" dirty="0"/>
              <a:t> </a:t>
            </a:r>
            <a:r>
              <a:rPr lang="nl-NL" dirty="0" err="1"/>
              <a:t>depend</a:t>
            </a:r>
            <a:r>
              <a:rPr lang="nl-NL" dirty="0"/>
              <a:t> on it.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nl-NL" dirty="0" err="1"/>
              <a:t>Zarr</a:t>
            </a:r>
            <a:r>
              <a:rPr lang="nl-NL" dirty="0"/>
              <a:t> </a:t>
            </a:r>
            <a:r>
              <a:rPr lang="nl-NL" dirty="0" err="1"/>
              <a:t>becomes</a:t>
            </a:r>
            <a:r>
              <a:rPr lang="nl-NL" dirty="0"/>
              <a:t> </a:t>
            </a:r>
            <a:r>
              <a:rPr lang="nl-NL" dirty="0" err="1"/>
              <a:t>particularly</a:t>
            </a:r>
            <a:r>
              <a:rPr lang="nl-NL" dirty="0"/>
              <a:t> relevant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multidimensional</a:t>
            </a:r>
            <a:r>
              <a:rPr lang="nl-NL" dirty="0"/>
              <a:t> datasets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accessed</a:t>
            </a:r>
            <a:r>
              <a:rPr lang="nl-NL" dirty="0"/>
              <a:t> </a:t>
            </a:r>
            <a:r>
              <a:rPr lang="nl-NL" dirty="0" err="1"/>
              <a:t>repeatedly</a:t>
            </a:r>
            <a:r>
              <a:rPr lang="nl-NL" dirty="0"/>
              <a:t> over a </a:t>
            </a:r>
            <a:r>
              <a:rPr lang="nl-NL" dirty="0" err="1"/>
              <a:t>network</a:t>
            </a:r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nl-NL" dirty="0"/>
              <a:t>Both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dirty="0" err="1"/>
              <a:t>multidimensional</a:t>
            </a:r>
            <a:r>
              <a:rPr lang="nl-NL" dirty="0"/>
              <a:t> </a:t>
            </a:r>
            <a:r>
              <a:rPr lang="nl-NL" dirty="0" err="1"/>
              <a:t>scientific</a:t>
            </a:r>
            <a:r>
              <a:rPr lang="nl-NL" dirty="0"/>
              <a:t> data. </a:t>
            </a:r>
            <a:r>
              <a:rPr lang="nl-NL" dirty="0" err="1"/>
              <a:t>What</a:t>
            </a:r>
            <a:r>
              <a:rPr lang="nl-NL" dirty="0"/>
              <a:t> changes is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data is </a:t>
            </a:r>
            <a:r>
              <a:rPr lang="nl-NL" dirty="0" err="1"/>
              <a:t>physically</a:t>
            </a:r>
            <a:r>
              <a:rPr lang="nl-NL" dirty="0"/>
              <a:t> </a:t>
            </a:r>
            <a:r>
              <a:rPr lang="nl-NL" dirty="0" err="1"/>
              <a:t>organised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retrieved</a:t>
            </a:r>
            <a:r>
              <a:rPr lang="nl-NL" dirty="0"/>
              <a:t>.</a:t>
            </a:r>
          </a:p>
          <a:p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nl-NL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639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CAB7107A-64D0-0B0A-2103-197BCED45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2E202F4B-5B2F-F679-F5A9-26BF85F49B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DA8EC747-08AF-CB29-489E-635F487FA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41714" y="2138899"/>
            <a:ext cx="910857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Exercise</a:t>
            </a:r>
            <a:r>
              <a:rPr lang="nl-NL" sz="6000" b="1" dirty="0"/>
              <a:t>: </a:t>
            </a:r>
          </a:p>
          <a:p>
            <a:pPr marL="0" indent="0" algn="ctr">
              <a:buSzPts val="6000"/>
            </a:pPr>
            <a:r>
              <a:rPr lang="nl-NL" sz="4800" b="1" dirty="0" err="1">
                <a:solidFill>
                  <a:schemeClr val="tx1"/>
                </a:solidFill>
              </a:rPr>
              <a:t>What</a:t>
            </a:r>
            <a:r>
              <a:rPr lang="nl-NL" sz="4800" b="1" dirty="0">
                <a:solidFill>
                  <a:schemeClr val="tx1"/>
                </a:solidFill>
              </a:rPr>
              <a:t> changes in </a:t>
            </a:r>
            <a:r>
              <a:rPr lang="nl-NL" sz="4800" b="1" dirty="0" err="1">
                <a:solidFill>
                  <a:schemeClr val="tx1"/>
                </a:solidFill>
              </a:rPr>
              <a:t>interoperability</a:t>
            </a:r>
            <a:r>
              <a:rPr lang="nl-NL" sz="4800" b="1" dirty="0">
                <a:solidFill>
                  <a:schemeClr val="tx1"/>
                </a:solidFill>
              </a:rPr>
              <a:t>?</a:t>
            </a:r>
            <a:endParaRPr lang="nl-NL" sz="4800" dirty="0">
              <a:solidFill>
                <a:schemeClr val="tx1"/>
              </a:solidFill>
            </a:endParaRPr>
          </a:p>
          <a:p>
            <a:pPr marL="0" indent="0" algn="ctr">
              <a:buSzPts val="6000"/>
            </a:pP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1C33A-E3D9-5787-7593-0DC084955811}"/>
              </a:ext>
            </a:extLst>
          </p:cNvPr>
          <p:cNvSpPr txBox="1"/>
          <p:nvPr/>
        </p:nvSpPr>
        <p:spPr>
          <a:xfrm>
            <a:off x="467274" y="2675740"/>
            <a:ext cx="114657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Imagine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same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scientific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dataset is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moved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conventional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NetCDF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file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representation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 cloud-native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layout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such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Zarr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Think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individually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for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1–2 minutes,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then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discuss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1" dirty="0" err="1">
                <a:solidFill>
                  <a:schemeClr val="tx1"/>
                </a:solidFill>
                <a:effectLst/>
                <a:latin typeface="+mn-lt"/>
              </a:rPr>
              <a:t>with</a:t>
            </a:r>
            <a:r>
              <a:rPr lang="nl-NL" b="1" dirty="0">
                <a:solidFill>
                  <a:schemeClr val="tx1"/>
                </a:solidFill>
                <a:effectLst/>
                <a:latin typeface="+mn-lt"/>
              </a:rPr>
              <a:t> a partner:</a:t>
            </a:r>
            <a:endParaRPr lang="nl-NL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br>
              <a:rPr lang="nl-NL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Which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aspects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interoperability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change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when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moving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conventional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NetCDF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file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representation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 cloud-native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layout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such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Zarr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?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Which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aspect is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not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automatically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changed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or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improved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by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this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move?</a:t>
            </a:r>
          </a:p>
          <a:p>
            <a:pPr>
              <a:lnSpc>
                <a:spcPct val="100000"/>
              </a:lnSpc>
              <a:buNone/>
            </a:pPr>
            <a:br>
              <a:rPr lang="nl-NL" b="0" dirty="0">
                <a:solidFill>
                  <a:schemeClr val="tx1"/>
                </a:solidFill>
                <a:effectLst/>
                <a:latin typeface="+mn-lt"/>
              </a:rPr>
            </a:br>
            <a:endParaRPr lang="nl-NL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Be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prepared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explain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your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reasoning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b="0" dirty="0" err="1">
                <a:solidFill>
                  <a:schemeClr val="tx1"/>
                </a:solidFill>
                <a:effectLst/>
                <a:latin typeface="+mn-lt"/>
              </a:rPr>
              <a:t>group</a:t>
            </a:r>
            <a:r>
              <a:rPr lang="nl-NL" b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nl-NL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7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CCFC14E1-D3A4-95CC-9B2C-A08C3489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6D9FC3B-71B7-4D26-D5ED-57B7A0C730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482A8CC3-98F1-2444-6FA6-20136C9A0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1884" y="3713056"/>
            <a:ext cx="10048402" cy="156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      </a:t>
            </a:r>
            <a:r>
              <a:rPr lang="nl-NL" sz="6000" b="1" dirty="0" err="1"/>
              <a:t>Self-paced</a:t>
            </a:r>
            <a:r>
              <a:rPr lang="nl-NL" sz="6000" b="1" dirty="0"/>
              <a:t> demo: </a:t>
            </a:r>
          </a:p>
          <a:p>
            <a:pPr algn="ctr"/>
            <a:r>
              <a:rPr lang="nl-NL" sz="3200" b="1" dirty="0"/>
              <a:t>Hands-on: </a:t>
            </a:r>
          </a:p>
          <a:p>
            <a:pPr algn="ctr"/>
            <a:r>
              <a:rPr lang="nl-NL" sz="3200" b="1" dirty="0" err="1"/>
              <a:t>NetCDF</a:t>
            </a:r>
            <a:r>
              <a:rPr lang="nl-NL" sz="3200" b="1" dirty="0"/>
              <a:t> </a:t>
            </a:r>
            <a:r>
              <a:rPr lang="nl-NL" sz="3200" b="1" dirty="0" err="1"/>
              <a:t>to</a:t>
            </a:r>
            <a:r>
              <a:rPr lang="nl-NL" sz="3200" b="1" dirty="0"/>
              <a:t> virtual </a:t>
            </a:r>
            <a:r>
              <a:rPr lang="nl-NL" sz="3200" b="1" dirty="0" err="1"/>
              <a:t>Zarr</a:t>
            </a:r>
            <a:r>
              <a:rPr lang="nl-NL" sz="3200" b="1" dirty="0"/>
              <a:t>-compatible access </a:t>
            </a:r>
            <a:r>
              <a:rPr lang="nl-NL" sz="3200" b="1" dirty="0" err="1"/>
              <a:t>with</a:t>
            </a:r>
            <a:r>
              <a:rPr lang="nl-NL" sz="3200" b="1" dirty="0"/>
              <a:t> </a:t>
            </a:r>
            <a:r>
              <a:rPr lang="nl-NL" sz="3200" b="1" dirty="0" err="1"/>
              <a:t>Kerchunk</a:t>
            </a:r>
            <a:endParaRPr lang="nl-NL" sz="3200" b="1" dirty="0"/>
          </a:p>
          <a:p>
            <a:pPr marL="0" indent="0" algn="ctr">
              <a:buSzPts val="6000"/>
            </a:pP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1646342922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974</Words>
  <Application>Microsoft Office PowerPoint</Application>
  <PresentationFormat>Widescreen</PresentationFormat>
  <Paragraphs>81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Consolas</vt:lpstr>
      <vt:lpstr>Inter Light</vt:lpstr>
      <vt:lpstr>Space Grotesk</vt:lpstr>
      <vt:lpstr>Wingdings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2</cp:revision>
  <dcterms:created xsi:type="dcterms:W3CDTF">2026-08-27T07:48:58Z</dcterms:created>
  <dcterms:modified xsi:type="dcterms:W3CDTF">2026-09-16T11:21:00Z</dcterms:modified>
</cp:coreProperties>
</file>