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313" r:id="rId2"/>
    <p:sldId id="314" r:id="rId3"/>
    <p:sldId id="315" r:id="rId4"/>
    <p:sldId id="327" r:id="rId5"/>
    <p:sldId id="319" r:id="rId6"/>
    <p:sldId id="320" r:id="rId7"/>
    <p:sldId id="321" r:id="rId8"/>
    <p:sldId id="322" r:id="rId9"/>
    <p:sldId id="317" r:id="rId10"/>
    <p:sldId id="328" r:id="rId11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184212-DBAC-4CD2-AEBB-DDFF343FB755}" v="480" dt="2026-09-02T10:00:47.8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6" autoAdjust="0"/>
    <p:restoredTop sz="78692" autoAdjust="0"/>
  </p:normalViewPr>
  <p:slideViewPr>
    <p:cSldViewPr snapToGrid="0" showGuides="1">
      <p:cViewPr varScale="1">
        <p:scale>
          <a:sx n="83" d="100"/>
          <a:sy n="83" d="100"/>
        </p:scale>
        <p:origin x="1590" y="90"/>
      </p:cViewPr>
      <p:guideLst>
        <p:guide orient="horz" pos="2115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ila Iñigo de la Cruz" userId="fae4ed0d-52e1-4e8b-ac73-77e0b7235c9a" providerId="ADAL" clId="{1E9E03C1-E5D4-4BEC-8EBD-C4DD5262B379}"/>
    <pc:docChg chg="undo custSel addSld delSld modSld sldOrd">
      <pc:chgData name="Leila Iñigo de la Cruz" userId="fae4ed0d-52e1-4e8b-ac73-77e0b7235c9a" providerId="ADAL" clId="{1E9E03C1-E5D4-4BEC-8EBD-C4DD5262B379}" dt="2026-09-02T10:01:33.946" v="1806" actId="554"/>
      <pc:docMkLst>
        <pc:docMk/>
      </pc:docMkLst>
      <pc:sldChg chg="modSp mod">
        <pc:chgData name="Leila Iñigo de la Cruz" userId="fae4ed0d-52e1-4e8b-ac73-77e0b7235c9a" providerId="ADAL" clId="{1E9E03C1-E5D4-4BEC-8EBD-C4DD5262B379}" dt="2026-09-02T07:03:18.491" v="29" actId="1076"/>
        <pc:sldMkLst>
          <pc:docMk/>
          <pc:sldMk cId="3386930889" sldId="313"/>
        </pc:sldMkLst>
        <pc:spChg chg="mod">
          <ac:chgData name="Leila Iñigo de la Cruz" userId="fae4ed0d-52e1-4e8b-ac73-77e0b7235c9a" providerId="ADAL" clId="{1E9E03C1-E5D4-4BEC-8EBD-C4DD5262B379}" dt="2026-09-02T07:03:18.491" v="29" actId="1076"/>
          <ac:spMkLst>
            <pc:docMk/>
            <pc:sldMk cId="3386930889" sldId="313"/>
            <ac:spMk id="1069" creationId="{B2861DCE-AF2C-DB99-9CBA-F987E9F09E2E}"/>
          </ac:spMkLst>
        </pc:spChg>
      </pc:sldChg>
      <pc:sldChg chg="addSp delSp modSp mod">
        <pc:chgData name="Leila Iñigo de la Cruz" userId="fae4ed0d-52e1-4e8b-ac73-77e0b7235c9a" providerId="ADAL" clId="{1E9E03C1-E5D4-4BEC-8EBD-C4DD5262B379}" dt="2026-09-02T07:11:48.137" v="36" actId="122"/>
        <pc:sldMkLst>
          <pc:docMk/>
          <pc:sldMk cId="3544987058" sldId="314"/>
        </pc:sldMkLst>
        <pc:spChg chg="add del mod topLvl">
          <ac:chgData name="Leila Iñigo de la Cruz" userId="fae4ed0d-52e1-4e8b-ac73-77e0b7235c9a" providerId="ADAL" clId="{1E9E03C1-E5D4-4BEC-8EBD-C4DD5262B379}" dt="2026-09-02T07:11:48.137" v="36" actId="122"/>
          <ac:spMkLst>
            <pc:docMk/>
            <pc:sldMk cId="3544987058" sldId="314"/>
            <ac:spMk id="19" creationId="{0BF0829E-5109-8079-C23E-A427500F4FD4}"/>
          </ac:spMkLst>
        </pc:spChg>
        <pc:grpChg chg="add del">
          <ac:chgData name="Leila Iñigo de la Cruz" userId="fae4ed0d-52e1-4e8b-ac73-77e0b7235c9a" providerId="ADAL" clId="{1E9E03C1-E5D4-4BEC-8EBD-C4DD5262B379}" dt="2026-09-02T07:11:38.782" v="32" actId="478"/>
          <ac:grpSpMkLst>
            <pc:docMk/>
            <pc:sldMk cId="3544987058" sldId="314"/>
            <ac:grpSpMk id="21" creationId="{B8F2B41B-D5B1-4562-C498-EEEE1A392D4D}"/>
          </ac:grpSpMkLst>
        </pc:grpChg>
        <pc:picChg chg="mod topLvl">
          <ac:chgData name="Leila Iñigo de la Cruz" userId="fae4ed0d-52e1-4e8b-ac73-77e0b7235c9a" providerId="ADAL" clId="{1E9E03C1-E5D4-4BEC-8EBD-C4DD5262B379}" dt="2026-09-02T07:11:38.782" v="32" actId="478"/>
          <ac:picMkLst>
            <pc:docMk/>
            <pc:sldMk cId="3544987058" sldId="314"/>
            <ac:picMk id="18" creationId="{5706CBD8-3757-C205-AAD8-D4E17F88EE20}"/>
          </ac:picMkLst>
        </pc:picChg>
      </pc:sldChg>
      <pc:sldChg chg="addSp delSp modSp mod delAnim modNotesTx">
        <pc:chgData name="Leila Iñigo de la Cruz" userId="fae4ed0d-52e1-4e8b-ac73-77e0b7235c9a" providerId="ADAL" clId="{1E9E03C1-E5D4-4BEC-8EBD-C4DD5262B379}" dt="2026-09-02T07:28:34.334" v="385" actId="478"/>
        <pc:sldMkLst>
          <pc:docMk/>
          <pc:sldMk cId="2570287448" sldId="315"/>
        </pc:sldMkLst>
        <pc:spChg chg="add mod">
          <ac:chgData name="Leila Iñigo de la Cruz" userId="fae4ed0d-52e1-4e8b-ac73-77e0b7235c9a" providerId="ADAL" clId="{1E9E03C1-E5D4-4BEC-8EBD-C4DD5262B379}" dt="2026-09-02T07:12:25.665" v="40" actId="1076"/>
          <ac:spMkLst>
            <pc:docMk/>
            <pc:sldMk cId="2570287448" sldId="315"/>
            <ac:spMk id="2" creationId="{A66FE9C8-7F4E-1525-3ABA-7FE266D29972}"/>
          </ac:spMkLst>
        </pc:spChg>
        <pc:spChg chg="del">
          <ac:chgData name="Leila Iñigo de la Cruz" userId="fae4ed0d-52e1-4e8b-ac73-77e0b7235c9a" providerId="ADAL" clId="{1E9E03C1-E5D4-4BEC-8EBD-C4DD5262B379}" dt="2026-09-02T07:12:27.615" v="41" actId="478"/>
          <ac:spMkLst>
            <pc:docMk/>
            <pc:sldMk cId="2570287448" sldId="315"/>
            <ac:spMk id="4" creationId="{B951CCD0-A080-4CC2-CDA5-456770F86E0C}"/>
          </ac:spMkLst>
        </pc:spChg>
        <pc:spChg chg="mod">
          <ac:chgData name="Leila Iñigo de la Cruz" userId="fae4ed0d-52e1-4e8b-ac73-77e0b7235c9a" providerId="ADAL" clId="{1E9E03C1-E5D4-4BEC-8EBD-C4DD5262B379}" dt="2026-09-02T07:14:15.764" v="93" actId="207"/>
          <ac:spMkLst>
            <pc:docMk/>
            <pc:sldMk cId="2570287448" sldId="315"/>
            <ac:spMk id="5" creationId="{D2703D54-2225-958E-B357-BF76735C3623}"/>
          </ac:spMkLst>
        </pc:spChg>
        <pc:spChg chg="add del mod">
          <ac:chgData name="Leila Iñigo de la Cruz" userId="fae4ed0d-52e1-4e8b-ac73-77e0b7235c9a" providerId="ADAL" clId="{1E9E03C1-E5D4-4BEC-8EBD-C4DD5262B379}" dt="2026-09-02T07:28:27.694" v="383" actId="478"/>
          <ac:spMkLst>
            <pc:docMk/>
            <pc:sldMk cId="2570287448" sldId="315"/>
            <ac:spMk id="6" creationId="{6ACBC41F-0CC5-C218-01F6-BB8B1ECAADF0}"/>
          </ac:spMkLst>
        </pc:spChg>
        <pc:spChg chg="del">
          <ac:chgData name="Leila Iñigo de la Cruz" userId="fae4ed0d-52e1-4e8b-ac73-77e0b7235c9a" providerId="ADAL" clId="{1E9E03C1-E5D4-4BEC-8EBD-C4DD5262B379}" dt="2026-09-02T07:12:37.636" v="42" actId="478"/>
          <ac:spMkLst>
            <pc:docMk/>
            <pc:sldMk cId="2570287448" sldId="315"/>
            <ac:spMk id="7" creationId="{997789F6-6276-343F-D144-9B0BC056F79C}"/>
          </ac:spMkLst>
        </pc:spChg>
        <pc:spChg chg="del">
          <ac:chgData name="Leila Iñigo de la Cruz" userId="fae4ed0d-52e1-4e8b-ac73-77e0b7235c9a" providerId="ADAL" clId="{1E9E03C1-E5D4-4BEC-8EBD-C4DD5262B379}" dt="2026-09-02T07:12:21.769" v="38" actId="478"/>
          <ac:spMkLst>
            <pc:docMk/>
            <pc:sldMk cId="2570287448" sldId="315"/>
            <ac:spMk id="9" creationId="{AC593CF8-3ACB-3F45-E0AC-18A04B047EB6}"/>
          </ac:spMkLst>
        </pc:spChg>
        <pc:spChg chg="add del mod">
          <ac:chgData name="Leila Iñigo de la Cruz" userId="fae4ed0d-52e1-4e8b-ac73-77e0b7235c9a" providerId="ADAL" clId="{1E9E03C1-E5D4-4BEC-8EBD-C4DD5262B379}" dt="2026-09-02T07:28:27.694" v="383" actId="478"/>
          <ac:spMkLst>
            <pc:docMk/>
            <pc:sldMk cId="2570287448" sldId="315"/>
            <ac:spMk id="10" creationId="{E53D7315-7767-E3ED-3228-B009855E1739}"/>
          </ac:spMkLst>
        </pc:spChg>
        <pc:spChg chg="del">
          <ac:chgData name="Leila Iñigo de la Cruz" userId="fae4ed0d-52e1-4e8b-ac73-77e0b7235c9a" providerId="ADAL" clId="{1E9E03C1-E5D4-4BEC-8EBD-C4DD5262B379}" dt="2026-09-02T07:12:38.402" v="43" actId="478"/>
          <ac:spMkLst>
            <pc:docMk/>
            <pc:sldMk cId="2570287448" sldId="315"/>
            <ac:spMk id="11" creationId="{1706BB67-9FE6-49ED-E203-BA7681B5C4AF}"/>
          </ac:spMkLst>
        </pc:spChg>
        <pc:spChg chg="add del mod">
          <ac:chgData name="Leila Iñigo de la Cruz" userId="fae4ed0d-52e1-4e8b-ac73-77e0b7235c9a" providerId="ADAL" clId="{1E9E03C1-E5D4-4BEC-8EBD-C4DD5262B379}" dt="2026-09-02T07:28:27.694" v="383" actId="478"/>
          <ac:spMkLst>
            <pc:docMk/>
            <pc:sldMk cId="2570287448" sldId="315"/>
            <ac:spMk id="13" creationId="{F4DF727B-4463-E76F-8A53-C37DA49D23B9}"/>
          </ac:spMkLst>
        </pc:spChg>
        <pc:spChg chg="del">
          <ac:chgData name="Leila Iñigo de la Cruz" userId="fae4ed0d-52e1-4e8b-ac73-77e0b7235c9a" providerId="ADAL" clId="{1E9E03C1-E5D4-4BEC-8EBD-C4DD5262B379}" dt="2026-09-02T07:12:39.035" v="44" actId="478"/>
          <ac:spMkLst>
            <pc:docMk/>
            <pc:sldMk cId="2570287448" sldId="315"/>
            <ac:spMk id="15" creationId="{14BEC020-3F41-761C-634F-AEA40057140F}"/>
          </ac:spMkLst>
        </pc:spChg>
        <pc:spChg chg="add del mod">
          <ac:chgData name="Leila Iñigo de la Cruz" userId="fae4ed0d-52e1-4e8b-ac73-77e0b7235c9a" providerId="ADAL" clId="{1E9E03C1-E5D4-4BEC-8EBD-C4DD5262B379}" dt="2026-09-02T07:28:27.694" v="383" actId="478"/>
          <ac:spMkLst>
            <pc:docMk/>
            <pc:sldMk cId="2570287448" sldId="315"/>
            <ac:spMk id="16" creationId="{59910626-BE62-BA66-7783-7B00437EA077}"/>
          </ac:spMkLst>
        </pc:spChg>
        <pc:spChg chg="del">
          <ac:chgData name="Leila Iñigo de la Cruz" userId="fae4ed0d-52e1-4e8b-ac73-77e0b7235c9a" providerId="ADAL" clId="{1E9E03C1-E5D4-4BEC-8EBD-C4DD5262B379}" dt="2026-09-02T07:12:40.035" v="45" actId="478"/>
          <ac:spMkLst>
            <pc:docMk/>
            <pc:sldMk cId="2570287448" sldId="315"/>
            <ac:spMk id="17" creationId="{D98C313A-0DE5-D75F-2902-91F62A62CE43}"/>
          </ac:spMkLst>
        </pc:spChg>
        <pc:spChg chg="add del mod">
          <ac:chgData name="Leila Iñigo de la Cruz" userId="fae4ed0d-52e1-4e8b-ac73-77e0b7235c9a" providerId="ADAL" clId="{1E9E03C1-E5D4-4BEC-8EBD-C4DD5262B379}" dt="2026-09-02T07:28:27.694" v="383" actId="478"/>
          <ac:spMkLst>
            <pc:docMk/>
            <pc:sldMk cId="2570287448" sldId="315"/>
            <ac:spMk id="19" creationId="{1F26C532-D45E-ED18-E234-941EEF7C3228}"/>
          </ac:spMkLst>
        </pc:spChg>
        <pc:spChg chg="add del mod">
          <ac:chgData name="Leila Iñigo de la Cruz" userId="fae4ed0d-52e1-4e8b-ac73-77e0b7235c9a" providerId="ADAL" clId="{1E9E03C1-E5D4-4BEC-8EBD-C4DD5262B379}" dt="2026-09-02T07:28:33.134" v="384" actId="478"/>
          <ac:spMkLst>
            <pc:docMk/>
            <pc:sldMk cId="2570287448" sldId="315"/>
            <ac:spMk id="24" creationId="{2A06E185-E141-41DC-A0AC-A240195BE649}"/>
          </ac:spMkLst>
        </pc:spChg>
        <pc:spChg chg="add del mod">
          <ac:chgData name="Leila Iñigo de la Cruz" userId="fae4ed0d-52e1-4e8b-ac73-77e0b7235c9a" providerId="ADAL" clId="{1E9E03C1-E5D4-4BEC-8EBD-C4DD5262B379}" dt="2026-09-02T07:28:27.694" v="383" actId="478"/>
          <ac:spMkLst>
            <pc:docMk/>
            <pc:sldMk cId="2570287448" sldId="315"/>
            <ac:spMk id="36" creationId="{F5BA6F11-513B-782B-D098-CA1938DFA8F5}"/>
          </ac:spMkLst>
        </pc:spChg>
        <pc:spChg chg="add del mod">
          <ac:chgData name="Leila Iñigo de la Cruz" userId="fae4ed0d-52e1-4e8b-ac73-77e0b7235c9a" providerId="ADAL" clId="{1E9E03C1-E5D4-4BEC-8EBD-C4DD5262B379}" dt="2026-09-02T07:28:34.334" v="385" actId="478"/>
          <ac:spMkLst>
            <pc:docMk/>
            <pc:sldMk cId="2570287448" sldId="315"/>
            <ac:spMk id="38" creationId="{7A262090-C42A-3AFF-1914-3B84BBC92C86}"/>
          </ac:spMkLst>
        </pc:spChg>
        <pc:spChg chg="add del mod">
          <ac:chgData name="Leila Iñigo de la Cruz" userId="fae4ed0d-52e1-4e8b-ac73-77e0b7235c9a" providerId="ADAL" clId="{1E9E03C1-E5D4-4BEC-8EBD-C4DD5262B379}" dt="2026-09-02T07:28:27.694" v="383" actId="478"/>
          <ac:spMkLst>
            <pc:docMk/>
            <pc:sldMk cId="2570287448" sldId="315"/>
            <ac:spMk id="41" creationId="{102FD1BF-829C-BA7E-1995-27FEA3B2422C}"/>
          </ac:spMkLst>
        </pc:spChg>
        <pc:spChg chg="add del mod">
          <ac:chgData name="Leila Iñigo de la Cruz" userId="fae4ed0d-52e1-4e8b-ac73-77e0b7235c9a" providerId="ADAL" clId="{1E9E03C1-E5D4-4BEC-8EBD-C4DD5262B379}" dt="2026-09-02T07:28:27.694" v="383" actId="478"/>
          <ac:spMkLst>
            <pc:docMk/>
            <pc:sldMk cId="2570287448" sldId="315"/>
            <ac:spMk id="43" creationId="{F7439BB0-894D-BD14-7445-7192B7483FF9}"/>
          </ac:spMkLst>
        </pc:spChg>
        <pc:cxnChg chg="add mod">
          <ac:chgData name="Leila Iñigo de la Cruz" userId="fae4ed0d-52e1-4e8b-ac73-77e0b7235c9a" providerId="ADAL" clId="{1E9E03C1-E5D4-4BEC-8EBD-C4DD5262B379}" dt="2026-09-02T07:24:13.681" v="235" actId="13822"/>
          <ac:cxnSpMkLst>
            <pc:docMk/>
            <pc:sldMk cId="2570287448" sldId="315"/>
            <ac:cxnSpMk id="21" creationId="{9660C2C7-1CFA-C744-7CD0-B2F97374CA6F}"/>
          </ac:cxnSpMkLst>
        </pc:cxnChg>
        <pc:cxnChg chg="add del mod">
          <ac:chgData name="Leila Iñigo de la Cruz" userId="fae4ed0d-52e1-4e8b-ac73-77e0b7235c9a" providerId="ADAL" clId="{1E9E03C1-E5D4-4BEC-8EBD-C4DD5262B379}" dt="2026-09-02T07:28:24.486" v="382" actId="478"/>
          <ac:cxnSpMkLst>
            <pc:docMk/>
            <pc:sldMk cId="2570287448" sldId="315"/>
            <ac:cxnSpMk id="26" creationId="{A665215D-E7DF-B637-0976-13D262C7AA0D}"/>
          </ac:cxnSpMkLst>
        </pc:cxnChg>
        <pc:cxnChg chg="add del mod">
          <ac:chgData name="Leila Iñigo de la Cruz" userId="fae4ed0d-52e1-4e8b-ac73-77e0b7235c9a" providerId="ADAL" clId="{1E9E03C1-E5D4-4BEC-8EBD-C4DD5262B379}" dt="2026-09-02T07:28:24.486" v="382" actId="478"/>
          <ac:cxnSpMkLst>
            <pc:docMk/>
            <pc:sldMk cId="2570287448" sldId="315"/>
            <ac:cxnSpMk id="28" creationId="{60CC1A39-68F2-7D1F-0F85-CAA24B6CA66A}"/>
          </ac:cxnSpMkLst>
        </pc:cxnChg>
        <pc:cxnChg chg="add del mod">
          <ac:chgData name="Leila Iñigo de la Cruz" userId="fae4ed0d-52e1-4e8b-ac73-77e0b7235c9a" providerId="ADAL" clId="{1E9E03C1-E5D4-4BEC-8EBD-C4DD5262B379}" dt="2026-09-02T07:28:24.486" v="382" actId="478"/>
          <ac:cxnSpMkLst>
            <pc:docMk/>
            <pc:sldMk cId="2570287448" sldId="315"/>
            <ac:cxnSpMk id="30" creationId="{9DDEA39B-9D1F-34FD-8E96-58A4DDA6898C}"/>
          </ac:cxnSpMkLst>
        </pc:cxnChg>
        <pc:cxnChg chg="add del mod">
          <ac:chgData name="Leila Iñigo de la Cruz" userId="fae4ed0d-52e1-4e8b-ac73-77e0b7235c9a" providerId="ADAL" clId="{1E9E03C1-E5D4-4BEC-8EBD-C4DD5262B379}" dt="2026-09-02T07:28:24.486" v="382" actId="478"/>
          <ac:cxnSpMkLst>
            <pc:docMk/>
            <pc:sldMk cId="2570287448" sldId="315"/>
            <ac:cxnSpMk id="32" creationId="{4C3A507B-04A3-C63F-0820-7E31BBA724CD}"/>
          </ac:cxnSpMkLst>
        </pc:cxnChg>
        <pc:cxnChg chg="add del mod">
          <ac:chgData name="Leila Iñigo de la Cruz" userId="fae4ed0d-52e1-4e8b-ac73-77e0b7235c9a" providerId="ADAL" clId="{1E9E03C1-E5D4-4BEC-8EBD-C4DD5262B379}" dt="2026-09-02T07:28:24.486" v="382" actId="478"/>
          <ac:cxnSpMkLst>
            <pc:docMk/>
            <pc:sldMk cId="2570287448" sldId="315"/>
            <ac:cxnSpMk id="34" creationId="{3F5BF1D0-1C8E-71DB-B716-7781E2FC833F}"/>
          </ac:cxnSpMkLst>
        </pc:cxnChg>
        <pc:cxnChg chg="add mod">
          <ac:chgData name="Leila Iñigo de la Cruz" userId="fae4ed0d-52e1-4e8b-ac73-77e0b7235c9a" providerId="ADAL" clId="{1E9E03C1-E5D4-4BEC-8EBD-C4DD5262B379}" dt="2026-09-02T07:24:22.654" v="238" actId="1076"/>
          <ac:cxnSpMkLst>
            <pc:docMk/>
            <pc:sldMk cId="2570287448" sldId="315"/>
            <ac:cxnSpMk id="35" creationId="{7F12BD90-E7CE-7EFC-83B0-CE6924952333}"/>
          </ac:cxnSpMkLst>
        </pc:cxnChg>
        <pc:cxnChg chg="add del mod">
          <ac:chgData name="Leila Iñigo de la Cruz" userId="fae4ed0d-52e1-4e8b-ac73-77e0b7235c9a" providerId="ADAL" clId="{1E9E03C1-E5D4-4BEC-8EBD-C4DD5262B379}" dt="2026-09-02T07:28:27.694" v="383" actId="478"/>
          <ac:cxnSpMkLst>
            <pc:docMk/>
            <pc:sldMk cId="2570287448" sldId="315"/>
            <ac:cxnSpMk id="39" creationId="{8CC5A992-B02C-431C-7BCA-C1C8D64046C0}"/>
          </ac:cxnSpMkLst>
        </pc:cxnChg>
        <pc:cxnChg chg="add del mod">
          <ac:chgData name="Leila Iñigo de la Cruz" userId="fae4ed0d-52e1-4e8b-ac73-77e0b7235c9a" providerId="ADAL" clId="{1E9E03C1-E5D4-4BEC-8EBD-C4DD5262B379}" dt="2026-09-02T07:28:27.694" v="383" actId="478"/>
          <ac:cxnSpMkLst>
            <pc:docMk/>
            <pc:sldMk cId="2570287448" sldId="315"/>
            <ac:cxnSpMk id="40" creationId="{7146A3B5-36A8-A707-151B-A424556E9737}"/>
          </ac:cxnSpMkLst>
        </pc:cxnChg>
        <pc:cxnChg chg="add mod">
          <ac:chgData name="Leila Iñigo de la Cruz" userId="fae4ed0d-52e1-4e8b-ac73-77e0b7235c9a" providerId="ADAL" clId="{1E9E03C1-E5D4-4BEC-8EBD-C4DD5262B379}" dt="2026-09-02T07:27:42.143" v="375" actId="1076"/>
          <ac:cxnSpMkLst>
            <pc:docMk/>
            <pc:sldMk cId="2570287448" sldId="315"/>
            <ac:cxnSpMk id="42" creationId="{DC0C9B66-23C4-B754-B6EE-9AF5E4DDA48D}"/>
          </ac:cxnSpMkLst>
        </pc:cxnChg>
      </pc:sldChg>
      <pc:sldChg chg="del">
        <pc:chgData name="Leila Iñigo de la Cruz" userId="fae4ed0d-52e1-4e8b-ac73-77e0b7235c9a" providerId="ADAL" clId="{1E9E03C1-E5D4-4BEC-8EBD-C4DD5262B379}" dt="2026-09-02T07:12:17.628" v="37" actId="47"/>
        <pc:sldMkLst>
          <pc:docMk/>
          <pc:sldMk cId="1084779551" sldId="316"/>
        </pc:sldMkLst>
      </pc:sldChg>
      <pc:sldChg chg="addSp delSp modSp mod delAnim modAnim">
        <pc:chgData name="Leila Iñigo de la Cruz" userId="fae4ed0d-52e1-4e8b-ac73-77e0b7235c9a" providerId="ADAL" clId="{1E9E03C1-E5D4-4BEC-8EBD-C4DD5262B379}" dt="2026-09-02T09:20:51.290" v="1716"/>
        <pc:sldMkLst>
          <pc:docMk/>
          <pc:sldMk cId="3218726059" sldId="317"/>
        </pc:sldMkLst>
        <pc:spChg chg="mod">
          <ac:chgData name="Leila Iñigo de la Cruz" userId="fae4ed0d-52e1-4e8b-ac73-77e0b7235c9a" providerId="ADAL" clId="{1E9E03C1-E5D4-4BEC-8EBD-C4DD5262B379}" dt="2026-09-02T09:02:35.272" v="1131" actId="20577"/>
          <ac:spMkLst>
            <pc:docMk/>
            <pc:sldMk cId="3218726059" sldId="317"/>
            <ac:spMk id="2" creationId="{9D7B1E1B-A35E-F21A-8FEA-F1234EE688F8}"/>
          </ac:spMkLst>
        </pc:spChg>
        <pc:spChg chg="add mod">
          <ac:chgData name="Leila Iñigo de la Cruz" userId="fae4ed0d-52e1-4e8b-ac73-77e0b7235c9a" providerId="ADAL" clId="{1E9E03C1-E5D4-4BEC-8EBD-C4DD5262B379}" dt="2026-09-02T09:20:06.722" v="1699" actId="164"/>
          <ac:spMkLst>
            <pc:docMk/>
            <pc:sldMk cId="3218726059" sldId="317"/>
            <ac:spMk id="3" creationId="{3C72D322-D142-96DC-DE56-5350B7707B8A}"/>
          </ac:spMkLst>
        </pc:spChg>
        <pc:spChg chg="add mod">
          <ac:chgData name="Leila Iñigo de la Cruz" userId="fae4ed0d-52e1-4e8b-ac73-77e0b7235c9a" providerId="ADAL" clId="{1E9E03C1-E5D4-4BEC-8EBD-C4DD5262B379}" dt="2026-09-02T09:20:06.722" v="1699" actId="164"/>
          <ac:spMkLst>
            <pc:docMk/>
            <pc:sldMk cId="3218726059" sldId="317"/>
            <ac:spMk id="5" creationId="{E07534A3-DDE3-105C-656C-E2A882039FB9}"/>
          </ac:spMkLst>
        </pc:spChg>
        <pc:spChg chg="mod">
          <ac:chgData name="Leila Iñigo de la Cruz" userId="fae4ed0d-52e1-4e8b-ac73-77e0b7235c9a" providerId="ADAL" clId="{1E9E03C1-E5D4-4BEC-8EBD-C4DD5262B379}" dt="2026-09-02T09:20:01.590" v="1697" actId="164"/>
          <ac:spMkLst>
            <pc:docMk/>
            <pc:sldMk cId="3218726059" sldId="317"/>
            <ac:spMk id="6" creationId="{B84F48F6-5308-DF55-B8E7-5A6A8D0A1E70}"/>
          </ac:spMkLst>
        </pc:spChg>
        <pc:spChg chg="add mod">
          <ac:chgData name="Leila Iñigo de la Cruz" userId="fae4ed0d-52e1-4e8b-ac73-77e0b7235c9a" providerId="ADAL" clId="{1E9E03C1-E5D4-4BEC-8EBD-C4DD5262B379}" dt="2026-09-02T09:20:06.722" v="1699" actId="164"/>
          <ac:spMkLst>
            <pc:docMk/>
            <pc:sldMk cId="3218726059" sldId="317"/>
            <ac:spMk id="7" creationId="{7690D7BE-EC58-833D-4772-1E6B4563015F}"/>
          </ac:spMkLst>
        </pc:spChg>
        <pc:spChg chg="mod">
          <ac:chgData name="Leila Iñigo de la Cruz" userId="fae4ed0d-52e1-4e8b-ac73-77e0b7235c9a" providerId="ADAL" clId="{1E9E03C1-E5D4-4BEC-8EBD-C4DD5262B379}" dt="2026-09-02T09:20:01.590" v="1697" actId="164"/>
          <ac:spMkLst>
            <pc:docMk/>
            <pc:sldMk cId="3218726059" sldId="317"/>
            <ac:spMk id="8" creationId="{B96C7492-FFE0-F679-3084-8217303EB3D7}"/>
          </ac:spMkLst>
        </pc:spChg>
        <pc:spChg chg="add mod">
          <ac:chgData name="Leila Iñigo de la Cruz" userId="fae4ed0d-52e1-4e8b-ac73-77e0b7235c9a" providerId="ADAL" clId="{1E9E03C1-E5D4-4BEC-8EBD-C4DD5262B379}" dt="2026-09-02T09:20:09.580" v="1700" actId="164"/>
          <ac:spMkLst>
            <pc:docMk/>
            <pc:sldMk cId="3218726059" sldId="317"/>
            <ac:spMk id="9" creationId="{F9B70CFE-EA43-430C-C8D7-274272D140A9}"/>
          </ac:spMkLst>
        </pc:spChg>
        <pc:spChg chg="add mod">
          <ac:chgData name="Leila Iñigo de la Cruz" userId="fae4ed0d-52e1-4e8b-ac73-77e0b7235c9a" providerId="ADAL" clId="{1E9E03C1-E5D4-4BEC-8EBD-C4DD5262B379}" dt="2026-09-02T09:20:09.580" v="1700" actId="164"/>
          <ac:spMkLst>
            <pc:docMk/>
            <pc:sldMk cId="3218726059" sldId="317"/>
            <ac:spMk id="11" creationId="{FDF0A2AC-F520-6288-31FB-4B4A20BE1068}"/>
          </ac:spMkLst>
        </pc:spChg>
        <pc:spChg chg="add mod">
          <ac:chgData name="Leila Iñigo de la Cruz" userId="fae4ed0d-52e1-4e8b-ac73-77e0b7235c9a" providerId="ADAL" clId="{1E9E03C1-E5D4-4BEC-8EBD-C4DD5262B379}" dt="2026-09-02T09:20:09.580" v="1700" actId="164"/>
          <ac:spMkLst>
            <pc:docMk/>
            <pc:sldMk cId="3218726059" sldId="317"/>
            <ac:spMk id="12" creationId="{EE452497-1246-7684-E8F3-AB10900EEE57}"/>
          </ac:spMkLst>
        </pc:spChg>
        <pc:spChg chg="mod">
          <ac:chgData name="Leila Iñigo de la Cruz" userId="fae4ed0d-52e1-4e8b-ac73-77e0b7235c9a" providerId="ADAL" clId="{1E9E03C1-E5D4-4BEC-8EBD-C4DD5262B379}" dt="2026-09-02T09:20:04.122" v="1698" actId="164"/>
          <ac:spMkLst>
            <pc:docMk/>
            <pc:sldMk cId="3218726059" sldId="317"/>
            <ac:spMk id="13" creationId="{D32E9FC1-B781-3AB1-52DD-6833C4FF0C0A}"/>
          </ac:spMkLst>
        </pc:spChg>
        <pc:spChg chg="add mod">
          <ac:chgData name="Leila Iñigo de la Cruz" userId="fae4ed0d-52e1-4e8b-ac73-77e0b7235c9a" providerId="ADAL" clId="{1E9E03C1-E5D4-4BEC-8EBD-C4DD5262B379}" dt="2026-09-02T09:20:12.413" v="1701" actId="164"/>
          <ac:spMkLst>
            <pc:docMk/>
            <pc:sldMk cId="3218726059" sldId="317"/>
            <ac:spMk id="14" creationId="{8E1469ED-374E-11CA-22CD-DD6022E410A7}"/>
          </ac:spMkLst>
        </pc:spChg>
        <pc:spChg chg="add mod">
          <ac:chgData name="Leila Iñigo de la Cruz" userId="fae4ed0d-52e1-4e8b-ac73-77e0b7235c9a" providerId="ADAL" clId="{1E9E03C1-E5D4-4BEC-8EBD-C4DD5262B379}" dt="2026-09-02T09:20:15.075" v="1702" actId="164"/>
          <ac:spMkLst>
            <pc:docMk/>
            <pc:sldMk cId="3218726059" sldId="317"/>
            <ac:spMk id="15" creationId="{5C6E8DC2-0BC7-4788-55B6-84CCFA514EF7}"/>
          </ac:spMkLst>
        </pc:spChg>
        <pc:spChg chg="mod">
          <ac:chgData name="Leila Iñigo de la Cruz" userId="fae4ed0d-52e1-4e8b-ac73-77e0b7235c9a" providerId="ADAL" clId="{1E9E03C1-E5D4-4BEC-8EBD-C4DD5262B379}" dt="2026-09-02T09:20:04.122" v="1698" actId="164"/>
          <ac:spMkLst>
            <pc:docMk/>
            <pc:sldMk cId="3218726059" sldId="317"/>
            <ac:spMk id="16" creationId="{E88EAEAC-4154-BEDC-5BC3-5DD92AB5EB3A}"/>
          </ac:spMkLst>
        </pc:spChg>
        <pc:spChg chg="mod">
          <ac:chgData name="Leila Iñigo de la Cruz" userId="fae4ed0d-52e1-4e8b-ac73-77e0b7235c9a" providerId="ADAL" clId="{1E9E03C1-E5D4-4BEC-8EBD-C4DD5262B379}" dt="2026-09-02T09:20:12.413" v="1701" actId="164"/>
          <ac:spMkLst>
            <pc:docMk/>
            <pc:sldMk cId="3218726059" sldId="317"/>
            <ac:spMk id="18" creationId="{51A55E4C-063C-693D-06CB-1E57CBCAC451}"/>
          </ac:spMkLst>
        </pc:spChg>
        <pc:spChg chg="add mod">
          <ac:chgData name="Leila Iñigo de la Cruz" userId="fae4ed0d-52e1-4e8b-ac73-77e0b7235c9a" providerId="ADAL" clId="{1E9E03C1-E5D4-4BEC-8EBD-C4DD5262B379}" dt="2026-09-02T09:20:15.075" v="1702" actId="164"/>
          <ac:spMkLst>
            <pc:docMk/>
            <pc:sldMk cId="3218726059" sldId="317"/>
            <ac:spMk id="19" creationId="{10615D1B-DB3A-DA2F-BBFB-3EC5DC96F049}"/>
          </ac:spMkLst>
        </pc:spChg>
        <pc:spChg chg="mod">
          <ac:chgData name="Leila Iñigo de la Cruz" userId="fae4ed0d-52e1-4e8b-ac73-77e0b7235c9a" providerId="ADAL" clId="{1E9E03C1-E5D4-4BEC-8EBD-C4DD5262B379}" dt="2026-09-02T09:20:12.413" v="1701" actId="164"/>
          <ac:spMkLst>
            <pc:docMk/>
            <pc:sldMk cId="3218726059" sldId="317"/>
            <ac:spMk id="20" creationId="{F7270C9A-A50D-5DD4-A69B-240E6FEE8CF9}"/>
          </ac:spMkLst>
        </pc:spChg>
        <pc:spChg chg="mod">
          <ac:chgData name="Leila Iñigo de la Cruz" userId="fae4ed0d-52e1-4e8b-ac73-77e0b7235c9a" providerId="ADAL" clId="{1E9E03C1-E5D4-4BEC-8EBD-C4DD5262B379}" dt="2026-09-02T09:20:01.590" v="1697" actId="164"/>
          <ac:spMkLst>
            <pc:docMk/>
            <pc:sldMk cId="3218726059" sldId="317"/>
            <ac:spMk id="21" creationId="{0DD3C7F0-6CB0-17DD-5632-F51678F84CD0}"/>
          </ac:spMkLst>
        </pc:spChg>
        <pc:spChg chg="mod">
          <ac:chgData name="Leila Iñigo de la Cruz" userId="fae4ed0d-52e1-4e8b-ac73-77e0b7235c9a" providerId="ADAL" clId="{1E9E03C1-E5D4-4BEC-8EBD-C4DD5262B379}" dt="2026-09-02T09:20:04.122" v="1698" actId="164"/>
          <ac:spMkLst>
            <pc:docMk/>
            <pc:sldMk cId="3218726059" sldId="317"/>
            <ac:spMk id="23" creationId="{9B8EEE64-8675-604B-3D07-8BCAB80C2CC4}"/>
          </ac:spMkLst>
        </pc:spChg>
        <pc:spChg chg="add mod">
          <ac:chgData name="Leila Iñigo de la Cruz" userId="fae4ed0d-52e1-4e8b-ac73-77e0b7235c9a" providerId="ADAL" clId="{1E9E03C1-E5D4-4BEC-8EBD-C4DD5262B379}" dt="2026-09-02T09:20:15.075" v="1702" actId="164"/>
          <ac:spMkLst>
            <pc:docMk/>
            <pc:sldMk cId="3218726059" sldId="317"/>
            <ac:spMk id="24" creationId="{E2E1B627-3DD9-F477-00D3-DE0B67708AEE}"/>
          </ac:spMkLst>
        </pc:spChg>
        <pc:spChg chg="del mod">
          <ac:chgData name="Leila Iñigo de la Cruz" userId="fae4ed0d-52e1-4e8b-ac73-77e0b7235c9a" providerId="ADAL" clId="{1E9E03C1-E5D4-4BEC-8EBD-C4DD5262B379}" dt="2026-09-02T09:15:31.420" v="1511" actId="478"/>
          <ac:spMkLst>
            <pc:docMk/>
            <pc:sldMk cId="3218726059" sldId="317"/>
            <ac:spMk id="25" creationId="{73A0F676-41F0-0467-DEAE-ACF3AACE5038}"/>
          </ac:spMkLst>
        </pc:spChg>
        <pc:spChg chg="mod">
          <ac:chgData name="Leila Iñigo de la Cruz" userId="fae4ed0d-52e1-4e8b-ac73-77e0b7235c9a" providerId="ADAL" clId="{1E9E03C1-E5D4-4BEC-8EBD-C4DD5262B379}" dt="2026-09-02T09:20:18.114" v="1703" actId="164"/>
          <ac:spMkLst>
            <pc:docMk/>
            <pc:sldMk cId="3218726059" sldId="317"/>
            <ac:spMk id="27" creationId="{5CB8377E-9232-D0A6-1516-DC3493B22399}"/>
          </ac:spMkLst>
        </pc:spChg>
        <pc:spChg chg="add mod">
          <ac:chgData name="Leila Iñigo de la Cruz" userId="fae4ed0d-52e1-4e8b-ac73-77e0b7235c9a" providerId="ADAL" clId="{1E9E03C1-E5D4-4BEC-8EBD-C4DD5262B379}" dt="2026-09-02T09:20:18.114" v="1703" actId="164"/>
          <ac:spMkLst>
            <pc:docMk/>
            <pc:sldMk cId="3218726059" sldId="317"/>
            <ac:spMk id="28" creationId="{88D2DBB4-02BD-70AD-4A95-CA906482DB5A}"/>
          </ac:spMkLst>
        </pc:spChg>
        <pc:spChg chg="mod">
          <ac:chgData name="Leila Iñigo de la Cruz" userId="fae4ed0d-52e1-4e8b-ac73-77e0b7235c9a" providerId="ADAL" clId="{1E9E03C1-E5D4-4BEC-8EBD-C4DD5262B379}" dt="2026-09-02T09:20:18.114" v="1703" actId="164"/>
          <ac:spMkLst>
            <pc:docMk/>
            <pc:sldMk cId="3218726059" sldId="317"/>
            <ac:spMk id="29" creationId="{76DAD91E-1CC8-CD4C-ADE7-C0FE550465F1}"/>
          </ac:spMkLst>
        </pc:spChg>
        <pc:spChg chg="del">
          <ac:chgData name="Leila Iñigo de la Cruz" userId="fae4ed0d-52e1-4e8b-ac73-77e0b7235c9a" providerId="ADAL" clId="{1E9E03C1-E5D4-4BEC-8EBD-C4DD5262B379}" dt="2026-09-02T09:17:05.066" v="1599" actId="478"/>
          <ac:spMkLst>
            <pc:docMk/>
            <pc:sldMk cId="3218726059" sldId="317"/>
            <ac:spMk id="31" creationId="{40FC9E79-940D-3F24-4E09-3A3D2DD59C26}"/>
          </ac:spMkLst>
        </pc:spChg>
        <pc:spChg chg="del">
          <ac:chgData name="Leila Iñigo de la Cruz" userId="fae4ed0d-52e1-4e8b-ac73-77e0b7235c9a" providerId="ADAL" clId="{1E9E03C1-E5D4-4BEC-8EBD-C4DD5262B379}" dt="2026-09-02T09:19:49.376" v="1696" actId="478"/>
          <ac:spMkLst>
            <pc:docMk/>
            <pc:sldMk cId="3218726059" sldId="317"/>
            <ac:spMk id="33" creationId="{5711204A-1B72-E059-0082-E1319DEEE20B}"/>
          </ac:spMkLst>
        </pc:spChg>
        <pc:grpChg chg="add mod">
          <ac:chgData name="Leila Iñigo de la Cruz" userId="fae4ed0d-52e1-4e8b-ac73-77e0b7235c9a" providerId="ADAL" clId="{1E9E03C1-E5D4-4BEC-8EBD-C4DD5262B379}" dt="2026-09-02T09:20:01.590" v="1697" actId="164"/>
          <ac:grpSpMkLst>
            <pc:docMk/>
            <pc:sldMk cId="3218726059" sldId="317"/>
            <ac:grpSpMk id="30" creationId="{0F829E2E-AB08-0090-5BE7-78101C0B41E4}"/>
          </ac:grpSpMkLst>
        </pc:grpChg>
        <pc:grpChg chg="add mod">
          <ac:chgData name="Leila Iñigo de la Cruz" userId="fae4ed0d-52e1-4e8b-ac73-77e0b7235c9a" providerId="ADAL" clId="{1E9E03C1-E5D4-4BEC-8EBD-C4DD5262B379}" dt="2026-09-02T09:20:04.122" v="1698" actId="164"/>
          <ac:grpSpMkLst>
            <pc:docMk/>
            <pc:sldMk cId="3218726059" sldId="317"/>
            <ac:grpSpMk id="32" creationId="{9A00B998-7C4C-4A46-B6C8-4E6470CAC716}"/>
          </ac:grpSpMkLst>
        </pc:grpChg>
        <pc:grpChg chg="add mod">
          <ac:chgData name="Leila Iñigo de la Cruz" userId="fae4ed0d-52e1-4e8b-ac73-77e0b7235c9a" providerId="ADAL" clId="{1E9E03C1-E5D4-4BEC-8EBD-C4DD5262B379}" dt="2026-09-02T09:20:06.722" v="1699" actId="164"/>
          <ac:grpSpMkLst>
            <pc:docMk/>
            <pc:sldMk cId="3218726059" sldId="317"/>
            <ac:grpSpMk id="34" creationId="{75F767B2-3C8B-4EE1-E5DA-4DAA5BEB2D13}"/>
          </ac:grpSpMkLst>
        </pc:grpChg>
        <pc:grpChg chg="add mod">
          <ac:chgData name="Leila Iñigo de la Cruz" userId="fae4ed0d-52e1-4e8b-ac73-77e0b7235c9a" providerId="ADAL" clId="{1E9E03C1-E5D4-4BEC-8EBD-C4DD5262B379}" dt="2026-09-02T09:20:09.580" v="1700" actId="164"/>
          <ac:grpSpMkLst>
            <pc:docMk/>
            <pc:sldMk cId="3218726059" sldId="317"/>
            <ac:grpSpMk id="35" creationId="{85212CFB-76A9-B3CB-3E04-D60D127CDEAF}"/>
          </ac:grpSpMkLst>
        </pc:grpChg>
        <pc:grpChg chg="add mod">
          <ac:chgData name="Leila Iñigo de la Cruz" userId="fae4ed0d-52e1-4e8b-ac73-77e0b7235c9a" providerId="ADAL" clId="{1E9E03C1-E5D4-4BEC-8EBD-C4DD5262B379}" dt="2026-09-02T09:20:12.413" v="1701" actId="164"/>
          <ac:grpSpMkLst>
            <pc:docMk/>
            <pc:sldMk cId="3218726059" sldId="317"/>
            <ac:grpSpMk id="36" creationId="{22847058-5E0B-0777-C38C-1AB8DFCB0F27}"/>
          </ac:grpSpMkLst>
        </pc:grpChg>
        <pc:grpChg chg="add mod">
          <ac:chgData name="Leila Iñigo de la Cruz" userId="fae4ed0d-52e1-4e8b-ac73-77e0b7235c9a" providerId="ADAL" clId="{1E9E03C1-E5D4-4BEC-8EBD-C4DD5262B379}" dt="2026-09-02T09:20:15.075" v="1702" actId="164"/>
          <ac:grpSpMkLst>
            <pc:docMk/>
            <pc:sldMk cId="3218726059" sldId="317"/>
            <ac:grpSpMk id="37" creationId="{854CE05F-A44F-AE73-FBB6-D9E26A5A03BC}"/>
          </ac:grpSpMkLst>
        </pc:grpChg>
        <pc:grpChg chg="add mod">
          <ac:chgData name="Leila Iñigo de la Cruz" userId="fae4ed0d-52e1-4e8b-ac73-77e0b7235c9a" providerId="ADAL" clId="{1E9E03C1-E5D4-4BEC-8EBD-C4DD5262B379}" dt="2026-09-02T09:20:18.114" v="1703" actId="164"/>
          <ac:grpSpMkLst>
            <pc:docMk/>
            <pc:sldMk cId="3218726059" sldId="317"/>
            <ac:grpSpMk id="38" creationId="{50C47714-47A5-5592-8817-D820234A6000}"/>
          </ac:grpSpMkLst>
        </pc:grpChg>
      </pc:sldChg>
      <pc:sldChg chg="addSp delSp modSp mod">
        <pc:chgData name="Leila Iñigo de la Cruz" userId="fae4ed0d-52e1-4e8b-ac73-77e0b7235c9a" providerId="ADAL" clId="{1E9E03C1-E5D4-4BEC-8EBD-C4DD5262B379}" dt="2026-09-02T08:04:13.403" v="670" actId="1076"/>
        <pc:sldMkLst>
          <pc:docMk/>
          <pc:sldMk cId="4140464500" sldId="319"/>
        </pc:sldMkLst>
        <pc:spChg chg="add del">
          <ac:chgData name="Leila Iñigo de la Cruz" userId="fae4ed0d-52e1-4e8b-ac73-77e0b7235c9a" providerId="ADAL" clId="{1E9E03C1-E5D4-4BEC-8EBD-C4DD5262B379}" dt="2026-09-02T07:13:48.731" v="89" actId="22"/>
          <ac:spMkLst>
            <pc:docMk/>
            <pc:sldMk cId="4140464500" sldId="319"/>
            <ac:spMk id="3" creationId="{0FEFBB07-4575-A200-5519-06B0FD60716D}"/>
          </ac:spMkLst>
        </pc:spChg>
        <pc:spChg chg="del">
          <ac:chgData name="Leila Iñigo de la Cruz" userId="fae4ed0d-52e1-4e8b-ac73-77e0b7235c9a" providerId="ADAL" clId="{1E9E03C1-E5D4-4BEC-8EBD-C4DD5262B379}" dt="2026-09-02T07:30:40.944" v="387" actId="478"/>
          <ac:spMkLst>
            <pc:docMk/>
            <pc:sldMk cId="4140464500" sldId="319"/>
            <ac:spMk id="4" creationId="{45BCEB98-5709-1AB7-2744-57AB8B4880BF}"/>
          </ac:spMkLst>
        </pc:spChg>
        <pc:spChg chg="del">
          <ac:chgData name="Leila Iñigo de la Cruz" userId="fae4ed0d-52e1-4e8b-ac73-77e0b7235c9a" providerId="ADAL" clId="{1E9E03C1-E5D4-4BEC-8EBD-C4DD5262B379}" dt="2026-09-02T07:30:44.738" v="390" actId="478"/>
          <ac:spMkLst>
            <pc:docMk/>
            <pc:sldMk cId="4140464500" sldId="319"/>
            <ac:spMk id="5" creationId="{75E7A4EC-3D5A-0CAB-EFA7-64A3B67FF306}"/>
          </ac:spMkLst>
        </pc:spChg>
        <pc:spChg chg="add mod">
          <ac:chgData name="Leila Iñigo de la Cruz" userId="fae4ed0d-52e1-4e8b-ac73-77e0b7235c9a" providerId="ADAL" clId="{1E9E03C1-E5D4-4BEC-8EBD-C4DD5262B379}" dt="2026-09-02T08:04:13.403" v="670" actId="1076"/>
          <ac:spMkLst>
            <pc:docMk/>
            <pc:sldMk cId="4140464500" sldId="319"/>
            <ac:spMk id="6" creationId="{DADF1D89-770A-FBDD-1401-96E3E4EE3446}"/>
          </ac:spMkLst>
        </pc:spChg>
        <pc:spChg chg="del">
          <ac:chgData name="Leila Iñigo de la Cruz" userId="fae4ed0d-52e1-4e8b-ac73-77e0b7235c9a" providerId="ADAL" clId="{1E9E03C1-E5D4-4BEC-8EBD-C4DD5262B379}" dt="2026-09-02T07:30:42.078" v="388" actId="478"/>
          <ac:spMkLst>
            <pc:docMk/>
            <pc:sldMk cId="4140464500" sldId="319"/>
            <ac:spMk id="7" creationId="{57110240-7EE2-F763-4DDF-9CC8E66B2AEB}"/>
          </ac:spMkLst>
        </pc:spChg>
        <pc:spChg chg="del">
          <ac:chgData name="Leila Iñigo de la Cruz" userId="fae4ed0d-52e1-4e8b-ac73-77e0b7235c9a" providerId="ADAL" clId="{1E9E03C1-E5D4-4BEC-8EBD-C4DD5262B379}" dt="2026-09-02T07:30:43.544" v="389" actId="478"/>
          <ac:spMkLst>
            <pc:docMk/>
            <pc:sldMk cId="4140464500" sldId="319"/>
            <ac:spMk id="8" creationId="{549BBCAC-5097-CB3D-7E68-5A8C3DB9FAD2}"/>
          </ac:spMkLst>
        </pc:spChg>
        <pc:spChg chg="del">
          <ac:chgData name="Leila Iñigo de la Cruz" userId="fae4ed0d-52e1-4e8b-ac73-77e0b7235c9a" providerId="ADAL" clId="{1E9E03C1-E5D4-4BEC-8EBD-C4DD5262B379}" dt="2026-09-02T07:30:39.341" v="386" actId="478"/>
          <ac:spMkLst>
            <pc:docMk/>
            <pc:sldMk cId="4140464500" sldId="319"/>
            <ac:spMk id="9" creationId="{9F14735E-93AC-3BF5-7EF8-64D593C61486}"/>
          </ac:spMkLst>
        </pc:spChg>
        <pc:spChg chg="del">
          <ac:chgData name="Leila Iñigo de la Cruz" userId="fae4ed0d-52e1-4e8b-ac73-77e0b7235c9a" providerId="ADAL" clId="{1E9E03C1-E5D4-4BEC-8EBD-C4DD5262B379}" dt="2026-09-02T07:30:42.078" v="388" actId="478"/>
          <ac:spMkLst>
            <pc:docMk/>
            <pc:sldMk cId="4140464500" sldId="319"/>
            <ac:spMk id="11" creationId="{147DE4B4-BE63-E45C-8704-3F5AB43348C2}"/>
          </ac:spMkLst>
        </pc:spChg>
        <pc:spChg chg="del">
          <ac:chgData name="Leila Iñigo de la Cruz" userId="fae4ed0d-52e1-4e8b-ac73-77e0b7235c9a" providerId="ADAL" clId="{1E9E03C1-E5D4-4BEC-8EBD-C4DD5262B379}" dt="2026-09-02T07:30:42.078" v="388" actId="478"/>
          <ac:spMkLst>
            <pc:docMk/>
            <pc:sldMk cId="4140464500" sldId="319"/>
            <ac:spMk id="15" creationId="{EC1848A1-B300-AF88-294F-3B404DEF8F5D}"/>
          </ac:spMkLst>
        </pc:spChg>
        <pc:spChg chg="del">
          <ac:chgData name="Leila Iñigo de la Cruz" userId="fae4ed0d-52e1-4e8b-ac73-77e0b7235c9a" providerId="ADAL" clId="{1E9E03C1-E5D4-4BEC-8EBD-C4DD5262B379}" dt="2026-09-02T07:30:46.028" v="391" actId="478"/>
          <ac:spMkLst>
            <pc:docMk/>
            <pc:sldMk cId="4140464500" sldId="319"/>
            <ac:spMk id="17" creationId="{5AF14F90-A36C-2C62-C598-97B9AA90D759}"/>
          </ac:spMkLst>
        </pc:spChg>
        <pc:picChg chg="add mod">
          <ac:chgData name="Leila Iñigo de la Cruz" userId="fae4ed0d-52e1-4e8b-ac73-77e0b7235c9a" providerId="ADAL" clId="{1E9E03C1-E5D4-4BEC-8EBD-C4DD5262B379}" dt="2026-09-02T08:04:10.007" v="669" actId="1076"/>
          <ac:picMkLst>
            <pc:docMk/>
            <pc:sldMk cId="4140464500" sldId="319"/>
            <ac:picMk id="12" creationId="{AA58B922-FE3F-FE5E-CCAF-BF47DFC49D6D}"/>
          </ac:picMkLst>
        </pc:picChg>
      </pc:sldChg>
      <pc:sldChg chg="addSp delSp modSp mod modAnim">
        <pc:chgData name="Leila Iñigo de la Cruz" userId="fae4ed0d-52e1-4e8b-ac73-77e0b7235c9a" providerId="ADAL" clId="{1E9E03C1-E5D4-4BEC-8EBD-C4DD5262B379}" dt="2026-09-02T08:28:14.106" v="849"/>
        <pc:sldMkLst>
          <pc:docMk/>
          <pc:sldMk cId="3618825932" sldId="320"/>
        </pc:sldMkLst>
        <pc:spChg chg="del">
          <ac:chgData name="Leila Iñigo de la Cruz" userId="fae4ed0d-52e1-4e8b-ac73-77e0b7235c9a" providerId="ADAL" clId="{1E9E03C1-E5D4-4BEC-8EBD-C4DD5262B379}" dt="2026-09-02T08:04:46.661" v="692" actId="478"/>
          <ac:spMkLst>
            <pc:docMk/>
            <pc:sldMk cId="3618825932" sldId="320"/>
            <ac:spMk id="3" creationId="{CFA759CD-F871-D3FC-5A2A-35D5632AC8B7}"/>
          </ac:spMkLst>
        </pc:spChg>
        <pc:spChg chg="del">
          <ac:chgData name="Leila Iñigo de la Cruz" userId="fae4ed0d-52e1-4e8b-ac73-77e0b7235c9a" providerId="ADAL" clId="{1E9E03C1-E5D4-4BEC-8EBD-C4DD5262B379}" dt="2026-09-02T08:04:43.683" v="690" actId="478"/>
          <ac:spMkLst>
            <pc:docMk/>
            <pc:sldMk cId="3618825932" sldId="320"/>
            <ac:spMk id="4" creationId="{C8B7C3A7-595D-0A62-40F6-22EC5D156EA4}"/>
          </ac:spMkLst>
        </pc:spChg>
        <pc:spChg chg="del">
          <ac:chgData name="Leila Iñigo de la Cruz" userId="fae4ed0d-52e1-4e8b-ac73-77e0b7235c9a" providerId="ADAL" clId="{1E9E03C1-E5D4-4BEC-8EBD-C4DD5262B379}" dt="2026-09-02T08:04:50.033" v="695" actId="478"/>
          <ac:spMkLst>
            <pc:docMk/>
            <pc:sldMk cId="3618825932" sldId="320"/>
            <ac:spMk id="5" creationId="{5EFD5535-881B-6737-95F2-D34BFABE7D6C}"/>
          </ac:spMkLst>
        </pc:spChg>
        <pc:spChg chg="del">
          <ac:chgData name="Leila Iñigo de la Cruz" userId="fae4ed0d-52e1-4e8b-ac73-77e0b7235c9a" providerId="ADAL" clId="{1E9E03C1-E5D4-4BEC-8EBD-C4DD5262B379}" dt="2026-09-02T08:04:45.417" v="691" actId="478"/>
          <ac:spMkLst>
            <pc:docMk/>
            <pc:sldMk cId="3618825932" sldId="320"/>
            <ac:spMk id="7" creationId="{AB0556FB-2F7A-CE89-729E-5D0974A35C27}"/>
          </ac:spMkLst>
        </pc:spChg>
        <pc:spChg chg="del">
          <ac:chgData name="Leila Iñigo de la Cruz" userId="fae4ed0d-52e1-4e8b-ac73-77e0b7235c9a" providerId="ADAL" clId="{1E9E03C1-E5D4-4BEC-8EBD-C4DD5262B379}" dt="2026-09-02T08:04:45.417" v="691" actId="478"/>
          <ac:spMkLst>
            <pc:docMk/>
            <pc:sldMk cId="3618825932" sldId="320"/>
            <ac:spMk id="8" creationId="{C418B580-63B1-88B6-2F5B-4C82E1B6D988}"/>
          </ac:spMkLst>
        </pc:spChg>
        <pc:spChg chg="mod">
          <ac:chgData name="Leila Iñigo de la Cruz" userId="fae4ed0d-52e1-4e8b-ac73-77e0b7235c9a" providerId="ADAL" clId="{1E9E03C1-E5D4-4BEC-8EBD-C4DD5262B379}" dt="2026-09-02T08:24:55.567" v="804" actId="20577"/>
          <ac:spMkLst>
            <pc:docMk/>
            <pc:sldMk cId="3618825932" sldId="320"/>
            <ac:spMk id="9" creationId="{D4C1D7B2-C296-81C1-E88D-3DCB8A977DF9}"/>
          </ac:spMkLst>
        </pc:spChg>
        <pc:spChg chg="add mod">
          <ac:chgData name="Leila Iñigo de la Cruz" userId="fae4ed0d-52e1-4e8b-ac73-77e0b7235c9a" providerId="ADAL" clId="{1E9E03C1-E5D4-4BEC-8EBD-C4DD5262B379}" dt="2026-09-02T08:24:48.872" v="787" actId="164"/>
          <ac:spMkLst>
            <pc:docMk/>
            <pc:sldMk cId="3618825932" sldId="320"/>
            <ac:spMk id="10" creationId="{39B16FD4-4777-419E-1C3A-E2D70691CF43}"/>
          </ac:spMkLst>
        </pc:spChg>
        <pc:spChg chg="del">
          <ac:chgData name="Leila Iñigo de la Cruz" userId="fae4ed0d-52e1-4e8b-ac73-77e0b7235c9a" providerId="ADAL" clId="{1E9E03C1-E5D4-4BEC-8EBD-C4DD5262B379}" dt="2026-09-02T08:04:45.417" v="691" actId="478"/>
          <ac:spMkLst>
            <pc:docMk/>
            <pc:sldMk cId="3618825932" sldId="320"/>
            <ac:spMk id="11" creationId="{B00A9225-AE3E-7459-C2B5-6117A8E726BA}"/>
          </ac:spMkLst>
        </pc:spChg>
        <pc:spChg chg="add mod">
          <ac:chgData name="Leila Iñigo de la Cruz" userId="fae4ed0d-52e1-4e8b-ac73-77e0b7235c9a" providerId="ADAL" clId="{1E9E03C1-E5D4-4BEC-8EBD-C4DD5262B379}" dt="2026-09-02T08:24:48.872" v="787" actId="164"/>
          <ac:spMkLst>
            <pc:docMk/>
            <pc:sldMk cId="3618825932" sldId="320"/>
            <ac:spMk id="12" creationId="{3B09C32E-1477-9AF5-9677-326601C1C145}"/>
          </ac:spMkLst>
        </pc:spChg>
        <pc:spChg chg="del">
          <ac:chgData name="Leila Iñigo de la Cruz" userId="fae4ed0d-52e1-4e8b-ac73-77e0b7235c9a" providerId="ADAL" clId="{1E9E03C1-E5D4-4BEC-8EBD-C4DD5262B379}" dt="2026-09-02T08:04:45.417" v="691" actId="478"/>
          <ac:spMkLst>
            <pc:docMk/>
            <pc:sldMk cId="3618825932" sldId="320"/>
            <ac:spMk id="15" creationId="{3E539C4F-3B26-C5A2-FA07-7522CC5D194F}"/>
          </ac:spMkLst>
        </pc:spChg>
        <pc:spChg chg="add mod">
          <ac:chgData name="Leila Iñigo de la Cruz" userId="fae4ed0d-52e1-4e8b-ac73-77e0b7235c9a" providerId="ADAL" clId="{1E9E03C1-E5D4-4BEC-8EBD-C4DD5262B379}" dt="2026-09-02T08:24:42.934" v="785" actId="164"/>
          <ac:spMkLst>
            <pc:docMk/>
            <pc:sldMk cId="3618825932" sldId="320"/>
            <ac:spMk id="16" creationId="{943294BD-A8AF-5BC8-6B81-70DDC19A0734}"/>
          </ac:spMkLst>
        </pc:spChg>
        <pc:spChg chg="del mod">
          <ac:chgData name="Leila Iñigo de la Cruz" userId="fae4ed0d-52e1-4e8b-ac73-77e0b7235c9a" providerId="ADAL" clId="{1E9E03C1-E5D4-4BEC-8EBD-C4DD5262B379}" dt="2026-09-02T08:04:49.146" v="694" actId="478"/>
          <ac:spMkLst>
            <pc:docMk/>
            <pc:sldMk cId="3618825932" sldId="320"/>
            <ac:spMk id="17" creationId="{4DEF5056-7888-05FA-8B3E-5E23CA133EF1}"/>
          </ac:spMkLst>
        </pc:spChg>
        <pc:spChg chg="add mod">
          <ac:chgData name="Leila Iñigo de la Cruz" userId="fae4ed0d-52e1-4e8b-ac73-77e0b7235c9a" providerId="ADAL" clId="{1E9E03C1-E5D4-4BEC-8EBD-C4DD5262B379}" dt="2026-09-02T08:27:51.527" v="846" actId="1076"/>
          <ac:spMkLst>
            <pc:docMk/>
            <pc:sldMk cId="3618825932" sldId="320"/>
            <ac:spMk id="18" creationId="{C6859896-699C-69C4-FC01-2703F7C378CF}"/>
          </ac:spMkLst>
        </pc:spChg>
        <pc:spChg chg="add mod">
          <ac:chgData name="Leila Iñigo de la Cruz" userId="fae4ed0d-52e1-4e8b-ac73-77e0b7235c9a" providerId="ADAL" clId="{1E9E03C1-E5D4-4BEC-8EBD-C4DD5262B379}" dt="2026-09-02T08:28:05.994" v="847" actId="164"/>
          <ac:spMkLst>
            <pc:docMk/>
            <pc:sldMk cId="3618825932" sldId="320"/>
            <ac:spMk id="23" creationId="{BC913FB9-3BDA-0656-0C95-A014BF093088}"/>
          </ac:spMkLst>
        </pc:spChg>
        <pc:spChg chg="add mod">
          <ac:chgData name="Leila Iñigo de la Cruz" userId="fae4ed0d-52e1-4e8b-ac73-77e0b7235c9a" providerId="ADAL" clId="{1E9E03C1-E5D4-4BEC-8EBD-C4DD5262B379}" dt="2026-09-02T08:28:05.994" v="847" actId="164"/>
          <ac:spMkLst>
            <pc:docMk/>
            <pc:sldMk cId="3618825932" sldId="320"/>
            <ac:spMk id="24" creationId="{8A28CA57-5DF0-1DB6-F91C-C577C55E7413}"/>
          </ac:spMkLst>
        </pc:spChg>
        <pc:grpChg chg="add mod">
          <ac:chgData name="Leila Iñigo de la Cruz" userId="fae4ed0d-52e1-4e8b-ac73-77e0b7235c9a" providerId="ADAL" clId="{1E9E03C1-E5D4-4BEC-8EBD-C4DD5262B379}" dt="2026-09-02T08:24:46.096" v="786" actId="1076"/>
          <ac:grpSpMkLst>
            <pc:docMk/>
            <pc:sldMk cId="3618825932" sldId="320"/>
            <ac:grpSpMk id="19" creationId="{05231A9F-62F5-294C-D444-AD826E8DE86C}"/>
          </ac:grpSpMkLst>
        </pc:grpChg>
        <pc:grpChg chg="add mod">
          <ac:chgData name="Leila Iñigo de la Cruz" userId="fae4ed0d-52e1-4e8b-ac73-77e0b7235c9a" providerId="ADAL" clId="{1E9E03C1-E5D4-4BEC-8EBD-C4DD5262B379}" dt="2026-09-02T08:24:48.872" v="787" actId="164"/>
          <ac:grpSpMkLst>
            <pc:docMk/>
            <pc:sldMk cId="3618825932" sldId="320"/>
            <ac:grpSpMk id="20" creationId="{56DC76C3-32AD-013F-0333-23EF8FBE6BDC}"/>
          </ac:grpSpMkLst>
        </pc:grpChg>
        <pc:grpChg chg="add mod">
          <ac:chgData name="Leila Iñigo de la Cruz" userId="fae4ed0d-52e1-4e8b-ac73-77e0b7235c9a" providerId="ADAL" clId="{1E9E03C1-E5D4-4BEC-8EBD-C4DD5262B379}" dt="2026-09-02T08:28:05.994" v="847" actId="164"/>
          <ac:grpSpMkLst>
            <pc:docMk/>
            <pc:sldMk cId="3618825932" sldId="320"/>
            <ac:grpSpMk id="25" creationId="{97D7BEA6-C758-B9DC-7E69-A7766DA70F6C}"/>
          </ac:grpSpMkLst>
        </pc:grpChg>
        <pc:picChg chg="add mod">
          <ac:chgData name="Leila Iñigo de la Cruz" userId="fae4ed0d-52e1-4e8b-ac73-77e0b7235c9a" providerId="ADAL" clId="{1E9E03C1-E5D4-4BEC-8EBD-C4DD5262B379}" dt="2026-09-02T08:24:48.872" v="787" actId="164"/>
          <ac:picMkLst>
            <pc:docMk/>
            <pc:sldMk cId="3618825932" sldId="320"/>
            <ac:picMk id="6" creationId="{5F159C77-06B1-25A5-6955-ECED2A77CF48}"/>
          </ac:picMkLst>
        </pc:picChg>
        <pc:picChg chg="add mod">
          <ac:chgData name="Leila Iñigo de la Cruz" userId="fae4ed0d-52e1-4e8b-ac73-77e0b7235c9a" providerId="ADAL" clId="{1E9E03C1-E5D4-4BEC-8EBD-C4DD5262B379}" dt="2026-09-02T08:24:42.934" v="785" actId="164"/>
          <ac:picMkLst>
            <pc:docMk/>
            <pc:sldMk cId="3618825932" sldId="320"/>
            <ac:picMk id="14" creationId="{1D4D05EF-DB2F-21DF-B447-691E212751CF}"/>
          </ac:picMkLst>
        </pc:picChg>
        <pc:picChg chg="add mod">
          <ac:chgData name="Leila Iñigo de la Cruz" userId="fae4ed0d-52e1-4e8b-ac73-77e0b7235c9a" providerId="ADAL" clId="{1E9E03C1-E5D4-4BEC-8EBD-C4DD5262B379}" dt="2026-09-02T08:28:05.994" v="847" actId="164"/>
          <ac:picMkLst>
            <pc:docMk/>
            <pc:sldMk cId="3618825932" sldId="320"/>
            <ac:picMk id="22" creationId="{13C6898B-D77D-ECBA-1DFD-6ABCD380979C}"/>
          </ac:picMkLst>
        </pc:picChg>
      </pc:sldChg>
      <pc:sldChg chg="addSp delSp modSp mod">
        <pc:chgData name="Leila Iñigo de la Cruz" userId="fae4ed0d-52e1-4e8b-ac73-77e0b7235c9a" providerId="ADAL" clId="{1E9E03C1-E5D4-4BEC-8EBD-C4DD5262B379}" dt="2026-09-02T08:33:55.306" v="959" actId="122"/>
        <pc:sldMkLst>
          <pc:docMk/>
          <pc:sldMk cId="2355097140" sldId="321"/>
        </pc:sldMkLst>
        <pc:spChg chg="mod">
          <ac:chgData name="Leila Iñigo de la Cruz" userId="fae4ed0d-52e1-4e8b-ac73-77e0b7235c9a" providerId="ADAL" clId="{1E9E03C1-E5D4-4BEC-8EBD-C4DD5262B379}" dt="2026-09-02T08:31:37.052" v="859" actId="20577"/>
          <ac:spMkLst>
            <pc:docMk/>
            <pc:sldMk cId="2355097140" sldId="321"/>
            <ac:spMk id="3" creationId="{93A483DC-45C7-5773-0E65-5F098CD3869A}"/>
          </ac:spMkLst>
        </pc:spChg>
        <pc:spChg chg="add del mod">
          <ac:chgData name="Leila Iñigo de la Cruz" userId="fae4ed0d-52e1-4e8b-ac73-77e0b7235c9a" providerId="ADAL" clId="{1E9E03C1-E5D4-4BEC-8EBD-C4DD5262B379}" dt="2026-09-02T08:32:55.086" v="887" actId="478"/>
          <ac:spMkLst>
            <pc:docMk/>
            <pc:sldMk cId="2355097140" sldId="321"/>
            <ac:spMk id="4" creationId="{14AB2595-E296-726C-1151-A8C2C8F58A37}"/>
          </ac:spMkLst>
        </pc:spChg>
        <pc:spChg chg="add mod">
          <ac:chgData name="Leila Iñigo de la Cruz" userId="fae4ed0d-52e1-4e8b-ac73-77e0b7235c9a" providerId="ADAL" clId="{1E9E03C1-E5D4-4BEC-8EBD-C4DD5262B379}" dt="2026-09-02T08:33:23.798" v="951" actId="1076"/>
          <ac:spMkLst>
            <pc:docMk/>
            <pc:sldMk cId="2355097140" sldId="321"/>
            <ac:spMk id="5" creationId="{978CC4A1-A095-871F-063C-594177E65235}"/>
          </ac:spMkLst>
        </pc:spChg>
        <pc:spChg chg="add mod">
          <ac:chgData name="Leila Iñigo de la Cruz" userId="fae4ed0d-52e1-4e8b-ac73-77e0b7235c9a" providerId="ADAL" clId="{1E9E03C1-E5D4-4BEC-8EBD-C4DD5262B379}" dt="2026-09-02T08:33:55.306" v="959" actId="122"/>
          <ac:spMkLst>
            <pc:docMk/>
            <pc:sldMk cId="2355097140" sldId="321"/>
            <ac:spMk id="6" creationId="{82874C50-A908-90D0-6413-EC0AB05EDC48}"/>
          </ac:spMkLst>
        </pc:spChg>
      </pc:sldChg>
      <pc:sldChg chg="addSp delSp modSp mod">
        <pc:chgData name="Leila Iñigo de la Cruz" userId="fae4ed0d-52e1-4e8b-ac73-77e0b7235c9a" providerId="ADAL" clId="{1E9E03C1-E5D4-4BEC-8EBD-C4DD5262B379}" dt="2026-09-02T08:47:36.300" v="1086" actId="1076"/>
        <pc:sldMkLst>
          <pc:docMk/>
          <pc:sldMk cId="340876911" sldId="322"/>
        </pc:sldMkLst>
        <pc:spChg chg="del">
          <ac:chgData name="Leila Iñigo de la Cruz" userId="fae4ed0d-52e1-4e8b-ac73-77e0b7235c9a" providerId="ADAL" clId="{1E9E03C1-E5D4-4BEC-8EBD-C4DD5262B379}" dt="2026-09-02T08:34:43.005" v="960" actId="478"/>
          <ac:spMkLst>
            <pc:docMk/>
            <pc:sldMk cId="340876911" sldId="322"/>
            <ac:spMk id="3" creationId="{84A0280C-3E08-858D-F292-400813A9E3E9}"/>
          </ac:spMkLst>
        </pc:spChg>
        <pc:spChg chg="del">
          <ac:chgData name="Leila Iñigo de la Cruz" userId="fae4ed0d-52e1-4e8b-ac73-77e0b7235c9a" providerId="ADAL" clId="{1E9E03C1-E5D4-4BEC-8EBD-C4DD5262B379}" dt="2026-09-02T08:34:44.980" v="961" actId="478"/>
          <ac:spMkLst>
            <pc:docMk/>
            <pc:sldMk cId="340876911" sldId="322"/>
            <ac:spMk id="4" creationId="{9633D33F-7DC5-89DB-1C94-20DD263C9A2F}"/>
          </ac:spMkLst>
        </pc:spChg>
        <pc:spChg chg="add mod">
          <ac:chgData name="Leila Iñigo de la Cruz" userId="fae4ed0d-52e1-4e8b-ac73-77e0b7235c9a" providerId="ADAL" clId="{1E9E03C1-E5D4-4BEC-8EBD-C4DD5262B379}" dt="2026-09-02T08:45:27.776" v="1017" actId="20577"/>
          <ac:spMkLst>
            <pc:docMk/>
            <pc:sldMk cId="340876911" sldId="322"/>
            <ac:spMk id="5" creationId="{7F79ED6D-602D-CD6C-A411-C9B4D3B26759}"/>
          </ac:spMkLst>
        </pc:spChg>
        <pc:spChg chg="add del mod">
          <ac:chgData name="Leila Iñigo de la Cruz" userId="fae4ed0d-52e1-4e8b-ac73-77e0b7235c9a" providerId="ADAL" clId="{1E9E03C1-E5D4-4BEC-8EBD-C4DD5262B379}" dt="2026-09-02T08:47:05.692" v="1038" actId="478"/>
          <ac:spMkLst>
            <pc:docMk/>
            <pc:sldMk cId="340876911" sldId="322"/>
            <ac:spMk id="7" creationId="{B434AA2F-58AC-82D8-A103-8E7BE7F7B2AA}"/>
          </ac:spMkLst>
        </pc:spChg>
        <pc:spChg chg="add">
          <ac:chgData name="Leila Iñigo de la Cruz" userId="fae4ed0d-52e1-4e8b-ac73-77e0b7235c9a" providerId="ADAL" clId="{1E9E03C1-E5D4-4BEC-8EBD-C4DD5262B379}" dt="2026-09-02T08:46:46.930" v="1034" actId="22"/>
          <ac:spMkLst>
            <pc:docMk/>
            <pc:sldMk cId="340876911" sldId="322"/>
            <ac:spMk id="9" creationId="{0BABC662-9CBF-8CCE-F3CA-C55BCAF34F40}"/>
          </ac:spMkLst>
        </pc:spChg>
        <pc:spChg chg="add mod">
          <ac:chgData name="Leila Iñigo de la Cruz" userId="fae4ed0d-52e1-4e8b-ac73-77e0b7235c9a" providerId="ADAL" clId="{1E9E03C1-E5D4-4BEC-8EBD-C4DD5262B379}" dt="2026-09-02T08:47:36.300" v="1086" actId="1076"/>
          <ac:spMkLst>
            <pc:docMk/>
            <pc:sldMk cId="340876911" sldId="322"/>
            <ac:spMk id="10" creationId="{4A2AC832-0BA6-279B-475A-9BFE56028CD7}"/>
          </ac:spMkLst>
        </pc:spChg>
      </pc:sldChg>
      <pc:sldChg chg="del">
        <pc:chgData name="Leila Iñigo de la Cruz" userId="fae4ed0d-52e1-4e8b-ac73-77e0b7235c9a" providerId="ADAL" clId="{1E9E03C1-E5D4-4BEC-8EBD-C4DD5262B379}" dt="2026-09-02T09:32:25.856" v="1717" actId="2696"/>
        <pc:sldMkLst>
          <pc:docMk/>
          <pc:sldMk cId="1443555788" sldId="323"/>
        </pc:sldMkLst>
      </pc:sldChg>
      <pc:sldChg chg="del">
        <pc:chgData name="Leila Iñigo de la Cruz" userId="fae4ed0d-52e1-4e8b-ac73-77e0b7235c9a" providerId="ADAL" clId="{1E9E03C1-E5D4-4BEC-8EBD-C4DD5262B379}" dt="2026-09-02T09:32:28.054" v="1718" actId="2696"/>
        <pc:sldMkLst>
          <pc:docMk/>
          <pc:sldMk cId="3903255594" sldId="324"/>
        </pc:sldMkLst>
      </pc:sldChg>
      <pc:sldChg chg="del">
        <pc:chgData name="Leila Iñigo de la Cruz" userId="fae4ed0d-52e1-4e8b-ac73-77e0b7235c9a" providerId="ADAL" clId="{1E9E03C1-E5D4-4BEC-8EBD-C4DD5262B379}" dt="2026-09-02T09:32:31.760" v="1719" actId="2696"/>
        <pc:sldMkLst>
          <pc:docMk/>
          <pc:sldMk cId="3732880305" sldId="325"/>
        </pc:sldMkLst>
      </pc:sldChg>
      <pc:sldChg chg="del">
        <pc:chgData name="Leila Iñigo de la Cruz" userId="fae4ed0d-52e1-4e8b-ac73-77e0b7235c9a" providerId="ADAL" clId="{1E9E03C1-E5D4-4BEC-8EBD-C4DD5262B379}" dt="2026-09-02T09:32:37.135" v="1720" actId="2696"/>
        <pc:sldMkLst>
          <pc:docMk/>
          <pc:sldMk cId="2568307903" sldId="326"/>
        </pc:sldMkLst>
      </pc:sldChg>
      <pc:sldChg chg="addSp delSp modSp add mod">
        <pc:chgData name="Leila Iñigo de la Cruz" userId="fae4ed0d-52e1-4e8b-ac73-77e0b7235c9a" providerId="ADAL" clId="{1E9E03C1-E5D4-4BEC-8EBD-C4DD5262B379}" dt="2026-09-02T07:59:43.099" v="609" actId="20577"/>
        <pc:sldMkLst>
          <pc:docMk/>
          <pc:sldMk cId="3584046850" sldId="327"/>
        </pc:sldMkLst>
        <pc:spChg chg="mod">
          <ac:chgData name="Leila Iñigo de la Cruz" userId="fae4ed0d-52e1-4e8b-ac73-77e0b7235c9a" providerId="ADAL" clId="{1E9E03C1-E5D4-4BEC-8EBD-C4DD5262B379}" dt="2026-09-02T07:34:48.239" v="457" actId="20577"/>
          <ac:spMkLst>
            <pc:docMk/>
            <pc:sldMk cId="3584046850" sldId="327"/>
            <ac:spMk id="6" creationId="{2D69F743-7707-5E68-5D18-AADABD4A770E}"/>
          </ac:spMkLst>
        </pc:spChg>
        <pc:spChg chg="mod">
          <ac:chgData name="Leila Iñigo de la Cruz" userId="fae4ed0d-52e1-4e8b-ac73-77e0b7235c9a" providerId="ADAL" clId="{1E9E03C1-E5D4-4BEC-8EBD-C4DD5262B379}" dt="2026-09-02T07:34:59.652" v="482" actId="20577"/>
          <ac:spMkLst>
            <pc:docMk/>
            <pc:sldMk cId="3584046850" sldId="327"/>
            <ac:spMk id="10" creationId="{183F900B-B385-E14C-C3D2-9844F6946E8A}"/>
          </ac:spMkLst>
        </pc:spChg>
        <pc:spChg chg="mod">
          <ac:chgData name="Leila Iñigo de la Cruz" userId="fae4ed0d-52e1-4e8b-ac73-77e0b7235c9a" providerId="ADAL" clId="{1E9E03C1-E5D4-4BEC-8EBD-C4DD5262B379}" dt="2026-09-02T07:35:05.877" v="496" actId="20577"/>
          <ac:spMkLst>
            <pc:docMk/>
            <pc:sldMk cId="3584046850" sldId="327"/>
            <ac:spMk id="13" creationId="{1207B780-0BB8-A05D-9CDF-605F458B1F82}"/>
          </ac:spMkLst>
        </pc:spChg>
        <pc:spChg chg="mod">
          <ac:chgData name="Leila Iñigo de la Cruz" userId="fae4ed0d-52e1-4e8b-ac73-77e0b7235c9a" providerId="ADAL" clId="{1E9E03C1-E5D4-4BEC-8EBD-C4DD5262B379}" dt="2026-09-02T07:35:13.308" v="504" actId="20577"/>
          <ac:spMkLst>
            <pc:docMk/>
            <pc:sldMk cId="3584046850" sldId="327"/>
            <ac:spMk id="16" creationId="{D071F3AA-B98D-D2ED-FCCC-1FC97AAE7612}"/>
          </ac:spMkLst>
        </pc:spChg>
        <pc:spChg chg="mod">
          <ac:chgData name="Leila Iñigo de la Cruz" userId="fae4ed0d-52e1-4e8b-ac73-77e0b7235c9a" providerId="ADAL" clId="{1E9E03C1-E5D4-4BEC-8EBD-C4DD5262B379}" dt="2026-09-02T07:35:18.269" v="512" actId="20577"/>
          <ac:spMkLst>
            <pc:docMk/>
            <pc:sldMk cId="3584046850" sldId="327"/>
            <ac:spMk id="19" creationId="{6628DD1A-A7DB-82B0-1C08-66DA1E088ED1}"/>
          </ac:spMkLst>
        </pc:spChg>
        <pc:spChg chg="mod">
          <ac:chgData name="Leila Iñigo de la Cruz" userId="fae4ed0d-52e1-4e8b-ac73-77e0b7235c9a" providerId="ADAL" clId="{1E9E03C1-E5D4-4BEC-8EBD-C4DD5262B379}" dt="2026-09-02T07:59:43.099" v="609" actId="20577"/>
          <ac:spMkLst>
            <pc:docMk/>
            <pc:sldMk cId="3584046850" sldId="327"/>
            <ac:spMk id="24" creationId="{9E67BC49-259E-2781-D738-4352E6A6E3CE}"/>
          </ac:spMkLst>
        </pc:spChg>
        <pc:spChg chg="mod">
          <ac:chgData name="Leila Iñigo de la Cruz" userId="fae4ed0d-52e1-4e8b-ac73-77e0b7235c9a" providerId="ADAL" clId="{1E9E03C1-E5D4-4BEC-8EBD-C4DD5262B379}" dt="2026-09-02T07:59:05.321" v="568" actId="20577"/>
          <ac:spMkLst>
            <pc:docMk/>
            <pc:sldMk cId="3584046850" sldId="327"/>
            <ac:spMk id="36" creationId="{E359FF01-DDDC-B637-64E6-9102FCFD800A}"/>
          </ac:spMkLst>
        </pc:spChg>
        <pc:spChg chg="mod">
          <ac:chgData name="Leila Iñigo de la Cruz" userId="fae4ed0d-52e1-4e8b-ac73-77e0b7235c9a" providerId="ADAL" clId="{1E9E03C1-E5D4-4BEC-8EBD-C4DD5262B379}" dt="2026-09-02T07:54:30.819" v="550" actId="1076"/>
          <ac:spMkLst>
            <pc:docMk/>
            <pc:sldMk cId="3584046850" sldId="327"/>
            <ac:spMk id="38" creationId="{50A575B1-E54D-5675-FEB2-1C98CC21C9AF}"/>
          </ac:spMkLst>
        </pc:spChg>
        <pc:spChg chg="mod">
          <ac:chgData name="Leila Iñigo de la Cruz" userId="fae4ed0d-52e1-4e8b-ac73-77e0b7235c9a" providerId="ADAL" clId="{1E9E03C1-E5D4-4BEC-8EBD-C4DD5262B379}" dt="2026-09-02T07:54:33.036" v="551" actId="1076"/>
          <ac:spMkLst>
            <pc:docMk/>
            <pc:sldMk cId="3584046850" sldId="327"/>
            <ac:spMk id="41" creationId="{F0B7D6F9-1C45-CB97-AE6B-9A3F43400EAA}"/>
          </ac:spMkLst>
        </pc:spChg>
        <pc:spChg chg="mod">
          <ac:chgData name="Leila Iñigo de la Cruz" userId="fae4ed0d-52e1-4e8b-ac73-77e0b7235c9a" providerId="ADAL" clId="{1E9E03C1-E5D4-4BEC-8EBD-C4DD5262B379}" dt="2026-09-02T07:54:49.313" v="555" actId="1076"/>
          <ac:spMkLst>
            <pc:docMk/>
            <pc:sldMk cId="3584046850" sldId="327"/>
            <ac:spMk id="43" creationId="{58BEB0CF-A49B-B861-9EF9-B502A572826C}"/>
          </ac:spMkLst>
        </pc:spChg>
        <pc:cxnChg chg="add mod">
          <ac:chgData name="Leila Iñigo de la Cruz" userId="fae4ed0d-52e1-4e8b-ac73-77e0b7235c9a" providerId="ADAL" clId="{1E9E03C1-E5D4-4BEC-8EBD-C4DD5262B379}" dt="2026-09-02T07:54:11.619" v="542" actId="1076"/>
          <ac:cxnSpMkLst>
            <pc:docMk/>
            <pc:sldMk cId="3584046850" sldId="327"/>
            <ac:cxnSpMk id="4" creationId="{E9AE6510-7BD7-7CF2-D7E2-D13FABE9D550}"/>
          </ac:cxnSpMkLst>
        </pc:cxnChg>
        <pc:cxnChg chg="add mod">
          <ac:chgData name="Leila Iñigo de la Cruz" userId="fae4ed0d-52e1-4e8b-ac73-77e0b7235c9a" providerId="ADAL" clId="{1E9E03C1-E5D4-4BEC-8EBD-C4DD5262B379}" dt="2026-09-02T07:54:16.165" v="544" actId="1076"/>
          <ac:cxnSpMkLst>
            <pc:docMk/>
            <pc:sldMk cId="3584046850" sldId="327"/>
            <ac:cxnSpMk id="7" creationId="{6B0A1261-74F3-5F61-14D3-77BC512A8A06}"/>
          </ac:cxnSpMkLst>
        </pc:cxnChg>
        <pc:cxnChg chg="add mod">
          <ac:chgData name="Leila Iñigo de la Cruz" userId="fae4ed0d-52e1-4e8b-ac73-77e0b7235c9a" providerId="ADAL" clId="{1E9E03C1-E5D4-4BEC-8EBD-C4DD5262B379}" dt="2026-09-02T07:54:20.354" v="546" actId="1076"/>
          <ac:cxnSpMkLst>
            <pc:docMk/>
            <pc:sldMk cId="3584046850" sldId="327"/>
            <ac:cxnSpMk id="8" creationId="{1476CC86-2930-F5B1-08CD-683477D746C0}"/>
          </ac:cxnSpMkLst>
        </pc:cxnChg>
        <pc:cxnChg chg="add mod">
          <ac:chgData name="Leila Iñigo de la Cruz" userId="fae4ed0d-52e1-4e8b-ac73-77e0b7235c9a" providerId="ADAL" clId="{1E9E03C1-E5D4-4BEC-8EBD-C4DD5262B379}" dt="2026-09-02T07:54:38.481" v="553" actId="1076"/>
          <ac:cxnSpMkLst>
            <pc:docMk/>
            <pc:sldMk cId="3584046850" sldId="327"/>
            <ac:cxnSpMk id="9" creationId="{5217DF65-B70E-3780-3A49-58234AC3F2A0}"/>
          </ac:cxnSpMkLst>
        </pc:cxnChg>
        <pc:cxnChg chg="mod">
          <ac:chgData name="Leila Iñigo de la Cruz" userId="fae4ed0d-52e1-4e8b-ac73-77e0b7235c9a" providerId="ADAL" clId="{1E9E03C1-E5D4-4BEC-8EBD-C4DD5262B379}" dt="2026-09-02T07:53:59.585" v="535" actId="14100"/>
          <ac:cxnSpMkLst>
            <pc:docMk/>
            <pc:sldMk cId="3584046850" sldId="327"/>
            <ac:cxnSpMk id="21" creationId="{569CBD72-F8B5-D537-7709-74ACE425ACD5}"/>
          </ac:cxnSpMkLst>
        </pc:cxnChg>
        <pc:cxnChg chg="del">
          <ac:chgData name="Leila Iñigo de la Cruz" userId="fae4ed0d-52e1-4e8b-ac73-77e0b7235c9a" providerId="ADAL" clId="{1E9E03C1-E5D4-4BEC-8EBD-C4DD5262B379}" dt="2026-09-02T07:54:03.450" v="537" actId="478"/>
          <ac:cxnSpMkLst>
            <pc:docMk/>
            <pc:sldMk cId="3584046850" sldId="327"/>
            <ac:cxnSpMk id="35" creationId="{39D7508C-F03F-410C-12F4-B5E79DBE537C}"/>
          </ac:cxnSpMkLst>
        </pc:cxnChg>
        <pc:cxnChg chg="del">
          <ac:chgData name="Leila Iñigo de la Cruz" userId="fae4ed0d-52e1-4e8b-ac73-77e0b7235c9a" providerId="ADAL" clId="{1E9E03C1-E5D4-4BEC-8EBD-C4DD5262B379}" dt="2026-09-02T07:54:04.425" v="538" actId="478"/>
          <ac:cxnSpMkLst>
            <pc:docMk/>
            <pc:sldMk cId="3584046850" sldId="327"/>
            <ac:cxnSpMk id="39" creationId="{02A5269E-2112-B459-25D9-2BF3CE275BDB}"/>
          </ac:cxnSpMkLst>
        </pc:cxnChg>
        <pc:cxnChg chg="del">
          <ac:chgData name="Leila Iñigo de la Cruz" userId="fae4ed0d-52e1-4e8b-ac73-77e0b7235c9a" providerId="ADAL" clId="{1E9E03C1-E5D4-4BEC-8EBD-C4DD5262B379}" dt="2026-09-02T07:54:05.176" v="539" actId="478"/>
          <ac:cxnSpMkLst>
            <pc:docMk/>
            <pc:sldMk cId="3584046850" sldId="327"/>
            <ac:cxnSpMk id="40" creationId="{0779B4E9-39CE-9AA6-F584-5FB566B69A0A}"/>
          </ac:cxnSpMkLst>
        </pc:cxnChg>
        <pc:cxnChg chg="del">
          <ac:chgData name="Leila Iñigo de la Cruz" userId="fae4ed0d-52e1-4e8b-ac73-77e0b7235c9a" providerId="ADAL" clId="{1E9E03C1-E5D4-4BEC-8EBD-C4DD5262B379}" dt="2026-09-02T07:54:06.490" v="540" actId="478"/>
          <ac:cxnSpMkLst>
            <pc:docMk/>
            <pc:sldMk cId="3584046850" sldId="327"/>
            <ac:cxnSpMk id="42" creationId="{7553E28B-F53E-5C70-B30D-511335C8D8A8}"/>
          </ac:cxnSpMkLst>
        </pc:cxnChg>
      </pc:sldChg>
      <pc:sldChg chg="addSp delSp modSp add mod ord">
        <pc:chgData name="Leila Iñigo de la Cruz" userId="fae4ed0d-52e1-4e8b-ac73-77e0b7235c9a" providerId="ADAL" clId="{1E9E03C1-E5D4-4BEC-8EBD-C4DD5262B379}" dt="2026-09-02T10:01:33.946" v="1806" actId="554"/>
        <pc:sldMkLst>
          <pc:docMk/>
          <pc:sldMk cId="1149832908" sldId="328"/>
        </pc:sldMkLst>
        <pc:spChg chg="add mod">
          <ac:chgData name="Leila Iñigo de la Cruz" userId="fae4ed0d-52e1-4e8b-ac73-77e0b7235c9a" providerId="ADAL" clId="{1E9E03C1-E5D4-4BEC-8EBD-C4DD5262B379}" dt="2026-09-02T10:01:33.946" v="1806" actId="554"/>
          <ac:spMkLst>
            <pc:docMk/>
            <pc:sldMk cId="1149832908" sldId="328"/>
            <ac:spMk id="3" creationId="{C9F7E20A-4DDF-AC95-86E1-5C9DC2A43A2E}"/>
          </ac:spMkLst>
        </pc:spChg>
        <pc:spChg chg="add mod">
          <ac:chgData name="Leila Iñigo de la Cruz" userId="fae4ed0d-52e1-4e8b-ac73-77e0b7235c9a" providerId="ADAL" clId="{1E9E03C1-E5D4-4BEC-8EBD-C4DD5262B379}" dt="2026-09-02T10:01:26.938" v="1805" actId="555"/>
          <ac:spMkLst>
            <pc:docMk/>
            <pc:sldMk cId="1149832908" sldId="328"/>
            <ac:spMk id="4" creationId="{A96FB843-8DFC-1E79-FEBA-2567600B000F}"/>
          </ac:spMkLst>
        </pc:spChg>
        <pc:spChg chg="mod">
          <ac:chgData name="Leila Iñigo de la Cruz" userId="fae4ed0d-52e1-4e8b-ac73-77e0b7235c9a" providerId="ADAL" clId="{1E9E03C1-E5D4-4BEC-8EBD-C4DD5262B379}" dt="2026-09-02T09:56:57.820" v="1744"/>
          <ac:spMkLst>
            <pc:docMk/>
            <pc:sldMk cId="1149832908" sldId="328"/>
            <ac:spMk id="5" creationId="{516FCAC0-1868-111F-C0EC-3260F63D2028}"/>
          </ac:spMkLst>
        </pc:spChg>
        <pc:spChg chg="del">
          <ac:chgData name="Leila Iñigo de la Cruz" userId="fae4ed0d-52e1-4e8b-ac73-77e0b7235c9a" providerId="ADAL" clId="{1E9E03C1-E5D4-4BEC-8EBD-C4DD5262B379}" dt="2026-09-02T09:32:58.385" v="1741" actId="478"/>
          <ac:spMkLst>
            <pc:docMk/>
            <pc:sldMk cId="1149832908" sldId="328"/>
            <ac:spMk id="9" creationId="{01FD6CE3-60CC-EC70-E382-3BD0C38B5ED6}"/>
          </ac:spMkLst>
        </pc:spChg>
        <pc:spChg chg="del">
          <ac:chgData name="Leila Iñigo de la Cruz" userId="fae4ed0d-52e1-4e8b-ac73-77e0b7235c9a" providerId="ADAL" clId="{1E9E03C1-E5D4-4BEC-8EBD-C4DD5262B379}" dt="2026-09-02T09:32:56.665" v="1740" actId="478"/>
          <ac:spMkLst>
            <pc:docMk/>
            <pc:sldMk cId="1149832908" sldId="328"/>
            <ac:spMk id="10" creationId="{6BEDC943-A8FC-C3D1-B261-D9DE1377E958}"/>
          </ac:spMkLst>
        </pc:spChg>
        <pc:spChg chg="add mod">
          <ac:chgData name="Leila Iñigo de la Cruz" userId="fae4ed0d-52e1-4e8b-ac73-77e0b7235c9a" providerId="ADAL" clId="{1E9E03C1-E5D4-4BEC-8EBD-C4DD5262B379}" dt="2026-09-02T10:01:33.946" v="1806" actId="554"/>
          <ac:spMkLst>
            <pc:docMk/>
            <pc:sldMk cId="1149832908" sldId="328"/>
            <ac:spMk id="11" creationId="{8CCDDA12-6298-C18C-EA25-E45D3A515A6A}"/>
          </ac:spMkLst>
        </pc:spChg>
        <pc:spChg chg="add mod">
          <ac:chgData name="Leila Iñigo de la Cruz" userId="fae4ed0d-52e1-4e8b-ac73-77e0b7235c9a" providerId="ADAL" clId="{1E9E03C1-E5D4-4BEC-8EBD-C4DD5262B379}" dt="2026-09-02T10:01:26.938" v="1805" actId="555"/>
          <ac:spMkLst>
            <pc:docMk/>
            <pc:sldMk cId="1149832908" sldId="328"/>
            <ac:spMk id="13" creationId="{982A02C6-02F0-A3C5-C685-8B49E1E1FFC5}"/>
          </ac:spMkLst>
        </pc:spChg>
        <pc:spChg chg="add mod">
          <ac:chgData name="Leila Iñigo de la Cruz" userId="fae4ed0d-52e1-4e8b-ac73-77e0b7235c9a" providerId="ADAL" clId="{1E9E03C1-E5D4-4BEC-8EBD-C4DD5262B379}" dt="2026-09-02T10:00:20.238" v="1790" actId="13822"/>
          <ac:spMkLst>
            <pc:docMk/>
            <pc:sldMk cId="1149832908" sldId="328"/>
            <ac:spMk id="16" creationId="{7987A8BE-EFBE-2548-395D-1C4080FEA267}"/>
          </ac:spMkLst>
        </pc:spChg>
        <pc:spChg chg="add mod">
          <ac:chgData name="Leila Iñigo de la Cruz" userId="fae4ed0d-52e1-4e8b-ac73-77e0b7235c9a" providerId="ADAL" clId="{1E9E03C1-E5D4-4BEC-8EBD-C4DD5262B379}" dt="2026-09-02T10:01:20.953" v="1804" actId="555"/>
          <ac:spMkLst>
            <pc:docMk/>
            <pc:sldMk cId="1149832908" sldId="328"/>
            <ac:spMk id="17" creationId="{D7108598-6D33-6D6E-D27E-D5611DC73B17}"/>
          </ac:spMkLst>
        </pc:spChg>
        <pc:picChg chg="add mod">
          <ac:chgData name="Leila Iñigo de la Cruz" userId="fae4ed0d-52e1-4e8b-ac73-77e0b7235c9a" providerId="ADAL" clId="{1E9E03C1-E5D4-4BEC-8EBD-C4DD5262B379}" dt="2026-09-02T09:58:22.102" v="1763" actId="1076"/>
          <ac:picMkLst>
            <pc:docMk/>
            <pc:sldMk cId="1149832908" sldId="328"/>
            <ac:picMk id="7" creationId="{165EC22B-4391-3135-8F83-4E3EAB89332F}"/>
          </ac:picMkLst>
        </pc:picChg>
        <pc:picChg chg="add mod">
          <ac:chgData name="Leila Iñigo de la Cruz" userId="fae4ed0d-52e1-4e8b-ac73-77e0b7235c9a" providerId="ADAL" clId="{1E9E03C1-E5D4-4BEC-8EBD-C4DD5262B379}" dt="2026-09-02T10:00:07.819" v="1787" actId="1076"/>
          <ac:picMkLst>
            <pc:docMk/>
            <pc:sldMk cId="1149832908" sldId="328"/>
            <ac:picMk id="15" creationId="{3A86F680-F055-BCD5-20DA-75ED9EEAF80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BE7BC-106D-4B03-9183-ECAC3B45AFC3}" type="datetimeFigureOut">
              <a:rPr lang="nl-NL" smtClean="0"/>
              <a:t>2-9-2026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D82D0B-7FF0-4211-931C-B3C2EE69002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56191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C82A3931-C8FB-9179-7EA6-E0F056F18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4AD38DB6-BA2F-3BD6-2FBB-B40A8424E6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2E852F3B-A4BB-3C13-75F6-FC2A5A0CE1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8487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3B48856B-7EC7-115E-2541-1EE4E8F9B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66DD8B0F-CD0B-912E-5D9F-2924983ADE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775E8FAD-DFDD-CC09-DC86-1D3A694647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42137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7B53FEA7-7920-B72F-AAE3-0E4F6740F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6AFDDACA-7871-F8FB-D2E4-E7B1F5ACF4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does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explanation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written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directly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inside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file.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expressed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persistent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identifiers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resolve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external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vocabularies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code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specifications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instruments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provenance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records.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relationships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explicit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machine-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actionable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hidden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personal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knowledge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filenames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documentation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B8EDDB0A-F256-C745-3D53-1661C8DC9C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67484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619827E0-00F3-7618-F565-DD23AEBAE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660909B8-8981-A093-91A5-A86A89427A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does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explanation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written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directly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inside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file.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expressed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persistent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identifiers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resolve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external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vocabularies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code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specifications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instruments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provenance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records.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relationships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explicit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machine-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actionable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hidden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personal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knowledge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filenames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documentation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7C698C69-6E31-89CC-6557-D593185DD9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98787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93E43AE3-9BAF-54E6-55C2-B414D0EF9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A6E6BF19-D41F-7313-76F2-6F2B252C0D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68EFC174-4BAA-A9B6-CE72-C918B8E95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791391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B801A6B4-652D-99EE-B78F-2D7A6ECA3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72388EEA-8D48-6D48-9AF4-2FC06D7F0B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534FC1C4-A6FB-9911-AE69-6422D9E64E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10010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3CEC5EBF-1AC1-14A6-EB18-841EE206E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BE3DE3E6-DA92-B846-0BD4-EEF6B0FBB8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“easy” means with the less assumptions as possible about how to integrate them and also less manual intervention</a:t>
            </a: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57268809-9E50-DD95-8C90-1E54974289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170468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31112052-08E0-1951-0838-D864A266C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4D9D16E0-584F-6013-54F5-979570DDC0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“easy” means with the less assumptions as possible about how to integrate them and also less manual intervention</a:t>
            </a: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1A165957-7720-895D-8D54-315E2EA93C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105566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9DCB8D3E-26C9-DD79-778C-C1B960A21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E672C7F1-230C-ADC7-3334-2B31C31BA8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90E56E89-F211-528C-B503-0401418502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062191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2D8B8A1D-218E-07EA-8095-AF7B47E68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3E426CA2-46C2-414D-F524-D750931426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“easy” means with the less assumptions as possible about how to integrate them and also less manual intervention</a:t>
            </a: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896BAB42-F3BF-DB9B-7A12-5D5F6294E7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35179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1">
  <p:cSld name="Inbetween Title 01">
    <p:bg>
      <p:bgPr>
        <a:solidFill>
          <a:schemeClr val="accent5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13"/>
          <p:cNvSpPr txBox="1">
            <a:spLocks noGrp="1"/>
          </p:cNvSpPr>
          <p:nvPr>
            <p:ph type="body" idx="1"/>
          </p:nvPr>
        </p:nvSpPr>
        <p:spPr>
          <a:xfrm>
            <a:off x="149841" y="4826000"/>
            <a:ext cx="7020600" cy="1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  <a:defRPr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5" name="Google Shape;385;p113"/>
          <p:cNvSpPr txBox="1">
            <a:spLocks noGrp="1"/>
          </p:cNvSpPr>
          <p:nvPr>
            <p:ph type="body" idx="2"/>
          </p:nvPr>
        </p:nvSpPr>
        <p:spPr>
          <a:xfrm>
            <a:off x="152400" y="2343150"/>
            <a:ext cx="72867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6" name="Google Shape;386;p113"/>
          <p:cNvSpPr txBox="1">
            <a:spLocks noGrp="1"/>
          </p:cNvSpPr>
          <p:nvPr>
            <p:ph type="body" idx="3"/>
          </p:nvPr>
        </p:nvSpPr>
        <p:spPr>
          <a:xfrm>
            <a:off x="1936750" y="6473707"/>
            <a:ext cx="4673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7" name="Google Shape;387;p113"/>
          <p:cNvSpPr txBox="1">
            <a:spLocks noGrp="1"/>
          </p:cNvSpPr>
          <p:nvPr>
            <p:ph type="body" idx="4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3347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2">
  <p:cSld name="Inbetween Title 02">
    <p:bg>
      <p:bgPr>
        <a:solidFill>
          <a:schemeClr val="accent5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14"/>
          <p:cNvSpPr txBox="1">
            <a:spLocks noGrp="1"/>
          </p:cNvSpPr>
          <p:nvPr>
            <p:ph type="body" idx="1"/>
          </p:nvPr>
        </p:nvSpPr>
        <p:spPr>
          <a:xfrm>
            <a:off x="149841" y="4826000"/>
            <a:ext cx="7020529" cy="1621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  <a:defRPr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0" name="Google Shape;390;p114"/>
          <p:cNvSpPr txBox="1">
            <a:spLocks noGrp="1"/>
          </p:cNvSpPr>
          <p:nvPr>
            <p:ph type="body" idx="2"/>
          </p:nvPr>
        </p:nvSpPr>
        <p:spPr>
          <a:xfrm>
            <a:off x="1419225" y="2343150"/>
            <a:ext cx="72867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1" name="Google Shape;391;p114"/>
          <p:cNvSpPr txBox="1">
            <a:spLocks noGrp="1"/>
          </p:cNvSpPr>
          <p:nvPr>
            <p:ph type="body" idx="3"/>
          </p:nvPr>
        </p:nvSpPr>
        <p:spPr>
          <a:xfrm>
            <a:off x="130791" y="2343149"/>
            <a:ext cx="119062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2" name="Google Shape;392;p114"/>
          <p:cNvSpPr txBox="1">
            <a:spLocks noGrp="1"/>
          </p:cNvSpPr>
          <p:nvPr>
            <p:ph type="body" idx="4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3" name="Google Shape;393;p114"/>
          <p:cNvSpPr txBox="1">
            <a:spLocks noGrp="1"/>
          </p:cNvSpPr>
          <p:nvPr>
            <p:ph type="body" idx="5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5835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3">
  <p:cSld name="Inbetween Title 03">
    <p:bg>
      <p:bgPr>
        <a:solidFill>
          <a:schemeClr val="accent5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15"/>
          <p:cNvSpPr txBox="1">
            <a:spLocks noGrp="1"/>
          </p:cNvSpPr>
          <p:nvPr>
            <p:ph type="body" idx="1"/>
          </p:nvPr>
        </p:nvSpPr>
        <p:spPr>
          <a:xfrm>
            <a:off x="152400" y="2343150"/>
            <a:ext cx="728662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6" name="Google Shape;396;p115"/>
          <p:cNvSpPr txBox="1">
            <a:spLocks noGrp="1"/>
          </p:cNvSpPr>
          <p:nvPr>
            <p:ph type="body" idx="2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3810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4">
  <p:cSld name="Inbetween Title 04">
    <p:bg>
      <p:bgPr>
        <a:solidFill>
          <a:schemeClr val="accent5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16"/>
          <p:cNvSpPr txBox="1">
            <a:spLocks noGrp="1"/>
          </p:cNvSpPr>
          <p:nvPr>
            <p:ph type="body" idx="1"/>
          </p:nvPr>
        </p:nvSpPr>
        <p:spPr>
          <a:xfrm>
            <a:off x="1419225" y="2343150"/>
            <a:ext cx="728662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9" name="Google Shape;399;p116"/>
          <p:cNvSpPr txBox="1">
            <a:spLocks noGrp="1"/>
          </p:cNvSpPr>
          <p:nvPr>
            <p:ph type="body" idx="2"/>
          </p:nvPr>
        </p:nvSpPr>
        <p:spPr>
          <a:xfrm>
            <a:off x="130791" y="2343149"/>
            <a:ext cx="119062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0" name="Google Shape;400;p116"/>
          <p:cNvSpPr txBox="1">
            <a:spLocks noGrp="1"/>
          </p:cNvSpPr>
          <p:nvPr>
            <p:ph type="body" idx="3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1232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5">
  <p:cSld name="Inbetween Title 05">
    <p:bg>
      <p:bgPr>
        <a:solidFill>
          <a:schemeClr val="accent5"/>
        </a:solidFill>
        <a:effectLst/>
      </p:bgPr>
    </p:bg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17"/>
          <p:cNvSpPr txBox="1">
            <a:spLocks noGrp="1"/>
          </p:cNvSpPr>
          <p:nvPr>
            <p:ph type="body" idx="1"/>
          </p:nvPr>
        </p:nvSpPr>
        <p:spPr>
          <a:xfrm>
            <a:off x="152400" y="552451"/>
            <a:ext cx="7286625" cy="872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3" name="Google Shape;403;p117"/>
          <p:cNvSpPr/>
          <p:nvPr/>
        </p:nvSpPr>
        <p:spPr>
          <a:xfrm>
            <a:off x="251099" y="1536361"/>
            <a:ext cx="45719" cy="45719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17"/>
          <p:cNvSpPr txBox="1">
            <a:spLocks noGrp="1"/>
          </p:cNvSpPr>
          <p:nvPr>
            <p:ph type="body" idx="2"/>
          </p:nvPr>
        </p:nvSpPr>
        <p:spPr>
          <a:xfrm>
            <a:off x="251099" y="1470320"/>
            <a:ext cx="3560201" cy="18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5" name="Google Shape;405;p117"/>
          <p:cNvSpPr txBox="1">
            <a:spLocks noGrp="1"/>
          </p:cNvSpPr>
          <p:nvPr>
            <p:ph type="body" idx="3"/>
          </p:nvPr>
        </p:nvSpPr>
        <p:spPr>
          <a:xfrm>
            <a:off x="149842" y="1722628"/>
            <a:ext cx="4431683" cy="594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  <a:defRPr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6" name="Google Shape;406;p117"/>
          <p:cNvSpPr txBox="1">
            <a:spLocks noGrp="1"/>
          </p:cNvSpPr>
          <p:nvPr>
            <p:ph type="body" idx="4"/>
          </p:nvPr>
        </p:nvSpPr>
        <p:spPr>
          <a:xfrm>
            <a:off x="154971" y="4540926"/>
            <a:ext cx="5941029" cy="1883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Light"/>
              <a:buNone/>
              <a:defRPr sz="11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7" name="Google Shape;407;p117"/>
          <p:cNvSpPr txBox="1">
            <a:spLocks noGrp="1"/>
          </p:cNvSpPr>
          <p:nvPr>
            <p:ph type="body" idx="5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8" name="Google Shape;408;p117"/>
          <p:cNvSpPr/>
          <p:nvPr/>
        </p:nvSpPr>
        <p:spPr>
          <a:xfrm>
            <a:off x="249799" y="285269"/>
            <a:ext cx="80912" cy="80912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17"/>
          <p:cNvSpPr txBox="1">
            <a:spLocks noGrp="1"/>
          </p:cNvSpPr>
          <p:nvPr>
            <p:ph type="body" idx="6"/>
          </p:nvPr>
        </p:nvSpPr>
        <p:spPr>
          <a:xfrm>
            <a:off x="290255" y="201884"/>
            <a:ext cx="240823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70187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6">
  <p:cSld name="Inbetween Title 06">
    <p:bg>
      <p:bgPr>
        <a:solidFill>
          <a:srgbClr val="F29100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18"/>
          <p:cNvSpPr txBox="1">
            <a:spLocks noGrp="1"/>
          </p:cNvSpPr>
          <p:nvPr>
            <p:ph type="body" idx="1"/>
          </p:nvPr>
        </p:nvSpPr>
        <p:spPr>
          <a:xfrm>
            <a:off x="4733926" y="5952792"/>
            <a:ext cx="6177280" cy="49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 sz="14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2" name="Google Shape;412;p118"/>
          <p:cNvSpPr txBox="1">
            <a:spLocks noGrp="1"/>
          </p:cNvSpPr>
          <p:nvPr>
            <p:ph type="body" idx="2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3" name="Google Shape;413;p118"/>
          <p:cNvSpPr txBox="1">
            <a:spLocks noGrp="1"/>
          </p:cNvSpPr>
          <p:nvPr>
            <p:ph type="body" idx="3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0731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7">
  <p:cSld name="Inbetween Title 07">
    <p:bg>
      <p:bgPr>
        <a:solidFill>
          <a:schemeClr val="accent5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19"/>
          <p:cNvSpPr txBox="1">
            <a:spLocks noGrp="1"/>
          </p:cNvSpPr>
          <p:nvPr>
            <p:ph type="body" idx="1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6" name="Google Shape;416;p119"/>
          <p:cNvSpPr txBox="1">
            <a:spLocks noGrp="1"/>
          </p:cNvSpPr>
          <p:nvPr>
            <p:ph type="body" idx="2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7" name="Google Shape;417;p119"/>
          <p:cNvSpPr txBox="1">
            <a:spLocks noGrp="1"/>
          </p:cNvSpPr>
          <p:nvPr>
            <p:ph type="body" idx="3"/>
          </p:nvPr>
        </p:nvSpPr>
        <p:spPr>
          <a:xfrm>
            <a:off x="149842" y="4826000"/>
            <a:ext cx="5705476" cy="1621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  <a:defRPr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8" name="Google Shape;418;p119"/>
          <p:cNvSpPr txBox="1">
            <a:spLocks noGrp="1"/>
          </p:cNvSpPr>
          <p:nvPr>
            <p:ph type="body" idx="4"/>
          </p:nvPr>
        </p:nvSpPr>
        <p:spPr>
          <a:xfrm>
            <a:off x="152400" y="2343150"/>
            <a:ext cx="570547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9" name="Google Shape;419;p119"/>
          <p:cNvSpPr>
            <a:spLocks noGrp="1"/>
          </p:cNvSpPr>
          <p:nvPr>
            <p:ph type="pic" idx="5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119"/>
          <p:cNvSpPr/>
          <p:nvPr/>
        </p:nvSpPr>
        <p:spPr>
          <a:xfrm>
            <a:off x="249799" y="285269"/>
            <a:ext cx="80912" cy="80912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19"/>
          <p:cNvSpPr txBox="1">
            <a:spLocks noGrp="1"/>
          </p:cNvSpPr>
          <p:nvPr>
            <p:ph type="body" idx="6"/>
          </p:nvPr>
        </p:nvSpPr>
        <p:spPr>
          <a:xfrm>
            <a:off x="290255" y="201884"/>
            <a:ext cx="240823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5408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2F65A-CA80-4036-A1DE-2EDF1F345BB4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E82D-45F5-4530-9FEE-352F69971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9896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2F65A-CA80-4036-A1DE-2EDF1F345BB4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E82D-45F5-4530-9FEE-352F69971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2090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2F65A-CA80-4036-A1DE-2EDF1F345BB4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E82D-45F5-4530-9FEE-352F69971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13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12"/>
          <p:cNvSpPr txBox="1"/>
          <p:nvPr/>
        </p:nvSpPr>
        <p:spPr>
          <a:xfrm>
            <a:off x="163758" y="6463552"/>
            <a:ext cx="1188792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de-DE"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rPr>
              <a:t>4TU.RESEARCH 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392306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4turesearchdata-carpentries.github.io/interoperability-climate-sciences/semantic-interoperability.html#semantic-interoperability-through-the-cf-conventions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4turesearchdata-carpentries.github.io/interoperability-climate-sciences/semantic-interoperability.html#semantic-interoperability-through-the-cf-conventions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tud365-my.sharepoint.com/personal/linigodelacruz_tudelft_nl/Documents/Documents/4TU.ResearchData/Projects/TRAINING/DOMAIN-SPECIFIC-TRAININGS/Pilot_Interoperability_22102026/Lesson_development/data/compliance_report_IDRA_2019-01-02_12-00.tx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hyperlink" Target="https://opendap.4tu.nl/thredds/catalog/IDRA/2019/01/02/catalog.html?dataset=IDRA_scan/2019/01/02/IDRA_2019-01-02_12-00_raw_data.nc" TargetMode="Externa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D54E01BA-46E1-A188-E86D-2BDF0365F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43">
            <a:extLst>
              <a:ext uri="{FF2B5EF4-FFF2-40B4-BE49-F238E27FC236}">
                <a16:creationId xmlns:a16="http://schemas.microsoft.com/office/drawing/2014/main" id="{B2861DCE-AF2C-DB99-9CBA-F987E9F09E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61241" y="1950195"/>
            <a:ext cx="6493838" cy="205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b="1" dirty="0" err="1"/>
              <a:t>Semantic</a:t>
            </a:r>
            <a:r>
              <a:rPr lang="nl-NL" sz="6000" b="1" dirty="0"/>
              <a:t> </a:t>
            </a:r>
            <a:r>
              <a:rPr lang="nl-NL" sz="6000" b="1" dirty="0" err="1"/>
              <a:t>interoperability</a:t>
            </a:r>
            <a:endParaRPr lang="nl-NL" sz="6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nl-NL" sz="2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  <p:sp>
        <p:nvSpPr>
          <p:cNvPr id="1070" name="Google Shape;1070;p43">
            <a:extLst>
              <a:ext uri="{FF2B5EF4-FFF2-40B4-BE49-F238E27FC236}">
                <a16:creationId xmlns:a16="http://schemas.microsoft.com/office/drawing/2014/main" id="{871C7448-7A50-2C57-6073-EB86A1615C8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14312" y="3931554"/>
            <a:ext cx="11763375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n-US" sz="4000" dirty="0"/>
              <a:t>Interoperability in Climate and Atmospheric sciences</a:t>
            </a:r>
            <a:endParaRPr sz="4000" dirty="0"/>
          </a:p>
        </p:txBody>
      </p:sp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618B9F0E-E06D-F716-AE71-C588FBE2498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70;p43">
            <a:extLst>
              <a:ext uri="{FF2B5EF4-FFF2-40B4-BE49-F238E27FC236}">
                <a16:creationId xmlns:a16="http://schemas.microsoft.com/office/drawing/2014/main" id="{F27C4388-0FB1-755F-7D32-E87CE1598747}"/>
              </a:ext>
            </a:extLst>
          </p:cNvPr>
          <p:cNvSpPr txBox="1">
            <a:spLocks/>
          </p:cNvSpPr>
          <p:nvPr/>
        </p:nvSpPr>
        <p:spPr>
          <a:xfrm>
            <a:off x="3105150" y="4907805"/>
            <a:ext cx="5753100" cy="1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en-US" sz="3600" kern="0" dirty="0"/>
              <a:t>FAIR </a:t>
            </a:r>
            <a:r>
              <a:rPr lang="en-US" sz="3600" kern="0" dirty="0" err="1"/>
              <a:t>NetCDF</a:t>
            </a:r>
            <a:r>
              <a:rPr lang="en-US" sz="3600" kern="0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3386930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59930EAE-75F6-39BE-16EB-A032B9F16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B00A431D-57BB-5EB9-62D3-A056891D42A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070;p43">
            <a:extLst>
              <a:ext uri="{FF2B5EF4-FFF2-40B4-BE49-F238E27FC236}">
                <a16:creationId xmlns:a16="http://schemas.microsoft.com/office/drawing/2014/main" id="{0C227141-F11E-9DE9-1249-634920557D2D}"/>
              </a:ext>
            </a:extLst>
          </p:cNvPr>
          <p:cNvSpPr txBox="1">
            <a:spLocks/>
          </p:cNvSpPr>
          <p:nvPr/>
        </p:nvSpPr>
        <p:spPr>
          <a:xfrm>
            <a:off x="1162050" y="148179"/>
            <a:ext cx="3657600" cy="976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en-US" sz="3600" kern="0" dirty="0"/>
              <a:t>The Problem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8F2B41B-D5B1-4562-C498-EEEE1A392D4D}"/>
              </a:ext>
            </a:extLst>
          </p:cNvPr>
          <p:cNvGrpSpPr/>
          <p:nvPr/>
        </p:nvGrpSpPr>
        <p:grpSpPr>
          <a:xfrm>
            <a:off x="5631898" y="839613"/>
            <a:ext cx="6296025" cy="5728901"/>
            <a:chOff x="3590925" y="725313"/>
            <a:chExt cx="6296025" cy="5728901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706CBD8-3757-C205-AAD8-D4E17F88E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9850" y="1253563"/>
              <a:ext cx="3467100" cy="5200651"/>
            </a:xfrm>
            <a:prstGeom prst="rect">
              <a:avLst/>
            </a:prstGeom>
          </p:spPr>
        </p:pic>
        <p:sp>
          <p:nvSpPr>
            <p:cNvPr id="19" name="Speech Bubble: Oval 18">
              <a:extLst>
                <a:ext uri="{FF2B5EF4-FFF2-40B4-BE49-F238E27FC236}">
                  <a16:creationId xmlns:a16="http://schemas.microsoft.com/office/drawing/2014/main" id="{0BF0829E-5109-8079-C23E-A427500F4FD4}"/>
                </a:ext>
              </a:extLst>
            </p:cNvPr>
            <p:cNvSpPr/>
            <p:nvPr/>
          </p:nvSpPr>
          <p:spPr>
            <a:xfrm>
              <a:off x="3590925" y="725313"/>
              <a:ext cx="3933825" cy="2313162"/>
            </a:xfrm>
            <a:prstGeom prst="wedgeEllipseCallout">
              <a:avLst>
                <a:gd name="adj1" fmla="val 57048"/>
                <a:gd name="adj2" fmla="val 16895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 err="1">
                  <a:solidFill>
                    <a:schemeClr val="tx1"/>
                  </a:solidFill>
                </a:rPr>
                <a:t>Can</a:t>
              </a:r>
              <a:r>
                <a:rPr lang="nl-NL" dirty="0">
                  <a:solidFill>
                    <a:schemeClr val="tx1"/>
                  </a:solidFill>
                </a:rPr>
                <a:t> </a:t>
              </a:r>
              <a:r>
                <a:rPr lang="nl-NL" dirty="0" err="1">
                  <a:solidFill>
                    <a:schemeClr val="tx1"/>
                  </a:solidFill>
                </a:rPr>
                <a:t>others</a:t>
              </a:r>
              <a:r>
                <a:rPr lang="nl-NL" dirty="0">
                  <a:solidFill>
                    <a:schemeClr val="tx1"/>
                  </a:solidFill>
                </a:rPr>
                <a:t> </a:t>
              </a:r>
              <a:r>
                <a:rPr lang="nl-NL" dirty="0" err="1">
                  <a:solidFill>
                    <a:schemeClr val="tx1"/>
                  </a:solidFill>
                </a:rPr>
                <a:t>understand</a:t>
              </a:r>
              <a:r>
                <a:rPr lang="nl-NL" dirty="0">
                  <a:solidFill>
                    <a:schemeClr val="tx1"/>
                  </a:solidFill>
                </a:rPr>
                <a:t> </a:t>
              </a:r>
              <a:r>
                <a:rPr lang="nl-NL" dirty="0" err="1">
                  <a:solidFill>
                    <a:schemeClr val="tx1"/>
                  </a:solidFill>
                </a:rPr>
                <a:t>and</a:t>
              </a:r>
              <a:r>
                <a:rPr lang="nl-NL" dirty="0">
                  <a:solidFill>
                    <a:schemeClr val="tx1"/>
                  </a:solidFill>
                </a:rPr>
                <a:t> </a:t>
              </a:r>
              <a:r>
                <a:rPr lang="nl-NL" dirty="0" err="1">
                  <a:solidFill>
                    <a:schemeClr val="tx1"/>
                  </a:solidFill>
                </a:rPr>
                <a:t>reuse</a:t>
              </a:r>
              <a:r>
                <a:rPr lang="nl-NL" dirty="0">
                  <a:solidFill>
                    <a:schemeClr val="tx1"/>
                  </a:solidFill>
                </a:rPr>
                <a:t> </a:t>
              </a:r>
              <a:r>
                <a:rPr lang="nl-NL" dirty="0" err="1">
                  <a:solidFill>
                    <a:schemeClr val="tx1"/>
                  </a:solidFill>
                </a:rPr>
                <a:t>the</a:t>
              </a:r>
              <a:r>
                <a:rPr lang="nl-NL" dirty="0">
                  <a:solidFill>
                    <a:schemeClr val="tx1"/>
                  </a:solidFill>
                </a:rPr>
                <a:t> data </a:t>
              </a:r>
              <a:r>
                <a:rPr lang="nl-NL" dirty="0" err="1">
                  <a:solidFill>
                    <a:schemeClr val="tx1"/>
                  </a:solidFill>
                </a:rPr>
                <a:t>correctly</a:t>
              </a:r>
              <a:r>
                <a:rPr lang="nl-NL" dirty="0">
                  <a:solidFill>
                    <a:schemeClr val="tx1"/>
                  </a:solidFill>
                </a:rPr>
                <a:t> without making </a:t>
              </a:r>
              <a:r>
                <a:rPr lang="nl-NL" dirty="0" err="1">
                  <a:solidFill>
                    <a:schemeClr val="tx1"/>
                  </a:solidFill>
                </a:rPr>
                <a:t>unnecessary</a:t>
              </a:r>
              <a:r>
                <a:rPr lang="nl-NL" dirty="0">
                  <a:solidFill>
                    <a:schemeClr val="tx1"/>
                  </a:solidFill>
                </a:rPr>
                <a:t> </a:t>
              </a:r>
              <a:r>
                <a:rPr lang="nl-NL" dirty="0" err="1">
                  <a:solidFill>
                    <a:schemeClr val="tx1"/>
                  </a:solidFill>
                </a:rPr>
                <a:t>assumptions</a:t>
              </a:r>
              <a:r>
                <a:rPr lang="nl-NL" dirty="0">
                  <a:solidFill>
                    <a:schemeClr val="tx1"/>
                  </a:solidFill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4987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22183A85-A9B8-5A24-23D1-2E61142BE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1CDC99CE-00C6-01AF-2929-5FF87FA896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2703D54-2225-958E-B357-BF76735C3623}"/>
              </a:ext>
            </a:extLst>
          </p:cNvPr>
          <p:cNvSpPr/>
          <p:nvPr/>
        </p:nvSpPr>
        <p:spPr>
          <a:xfrm>
            <a:off x="4313498" y="2503025"/>
            <a:ext cx="3565004" cy="92597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Shared and explicit meaning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2" name="Google Shape;1069;p43">
            <a:extLst>
              <a:ext uri="{FF2B5EF4-FFF2-40B4-BE49-F238E27FC236}">
                <a16:creationId xmlns:a16="http://schemas.microsoft.com/office/drawing/2014/main" id="{A66FE9C8-7F4E-1525-3ABA-7FE266D299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74181" y="531580"/>
            <a:ext cx="6493838" cy="205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b="1" dirty="0" err="1"/>
              <a:t>Semantic</a:t>
            </a:r>
            <a:r>
              <a:rPr lang="nl-NL" sz="6000" b="1" dirty="0"/>
              <a:t> </a:t>
            </a:r>
            <a:r>
              <a:rPr lang="nl-NL" sz="6000" b="1" dirty="0" err="1"/>
              <a:t>interoperability</a:t>
            </a:r>
            <a:endParaRPr lang="nl-NL" sz="6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nl-NL" sz="2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</p:spTree>
    <p:extLst>
      <p:ext uri="{BB962C8B-B14F-4D97-AF65-F5344CB8AC3E}">
        <p14:creationId xmlns:p14="http://schemas.microsoft.com/office/powerpoint/2010/main" val="2570287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7BBE9A75-3CB0-4173-C9DB-E88C63EA7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B9B63E7D-FED2-8005-1485-F1BDF7CECD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7BE1977-6F89-96B7-4425-E4B9F1345B6C}"/>
              </a:ext>
            </a:extLst>
          </p:cNvPr>
          <p:cNvSpPr/>
          <p:nvPr/>
        </p:nvSpPr>
        <p:spPr>
          <a:xfrm>
            <a:off x="4313498" y="2503025"/>
            <a:ext cx="3565004" cy="92597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Shared and explicit meaning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2" name="Google Shape;1069;p43">
            <a:extLst>
              <a:ext uri="{FF2B5EF4-FFF2-40B4-BE49-F238E27FC236}">
                <a16:creationId xmlns:a16="http://schemas.microsoft.com/office/drawing/2014/main" id="{CB13C11E-DACC-294F-44E3-C30BC710E7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74181" y="531580"/>
            <a:ext cx="6493838" cy="205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b="1" dirty="0" err="1"/>
              <a:t>Semantic</a:t>
            </a:r>
            <a:r>
              <a:rPr lang="nl-NL" sz="6000" b="1" dirty="0"/>
              <a:t> </a:t>
            </a:r>
            <a:r>
              <a:rPr lang="nl-NL" sz="6000" b="1" dirty="0" err="1"/>
              <a:t>interoperability</a:t>
            </a:r>
            <a:endParaRPr lang="nl-NL" sz="6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nl-NL" sz="2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D69F743-7707-5E68-5D18-AADABD4A770E}"/>
              </a:ext>
            </a:extLst>
          </p:cNvPr>
          <p:cNvSpPr/>
          <p:nvPr/>
        </p:nvSpPr>
        <p:spPr>
          <a:xfrm>
            <a:off x="802553" y="4092896"/>
            <a:ext cx="1458411" cy="925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Free-text label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83F900B-B385-E14C-C3D2-9844F6946E8A}"/>
              </a:ext>
            </a:extLst>
          </p:cNvPr>
          <p:cNvSpPr/>
          <p:nvPr/>
        </p:nvSpPr>
        <p:spPr>
          <a:xfrm>
            <a:off x="2874181" y="4092896"/>
            <a:ext cx="1777439" cy="92597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Controlled vocabularies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207B780-0BB8-A05D-9CDF-605F458B1F82}"/>
              </a:ext>
            </a:extLst>
          </p:cNvPr>
          <p:cNvSpPr/>
          <p:nvPr/>
        </p:nvSpPr>
        <p:spPr>
          <a:xfrm>
            <a:off x="5149572" y="4092896"/>
            <a:ext cx="1662173" cy="92597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Code lists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071F3AA-B98D-D2ED-FCCC-1FC97AAE7612}"/>
              </a:ext>
            </a:extLst>
          </p:cNvPr>
          <p:cNvSpPr/>
          <p:nvPr/>
        </p:nvSpPr>
        <p:spPr>
          <a:xfrm>
            <a:off x="7258094" y="4092896"/>
            <a:ext cx="1662173" cy="925975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Taxonomy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628DD1A-A7DB-82B0-1C08-66DA1E088ED1}"/>
              </a:ext>
            </a:extLst>
          </p:cNvPr>
          <p:cNvSpPr/>
          <p:nvPr/>
        </p:nvSpPr>
        <p:spPr>
          <a:xfrm>
            <a:off x="9418219" y="4092896"/>
            <a:ext cx="1805676" cy="92597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Ontology</a:t>
            </a:r>
            <a:endParaRPr lang="nl-NL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69CBD72-F8B5-D537-7709-74ACE425ACD5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531759" y="5018871"/>
            <a:ext cx="0" cy="571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E67BC49-259E-2781-D738-4352E6A6E3CE}"/>
              </a:ext>
            </a:extLst>
          </p:cNvPr>
          <p:cNvSpPr txBox="1"/>
          <p:nvPr/>
        </p:nvSpPr>
        <p:spPr>
          <a:xfrm>
            <a:off x="456146" y="5632927"/>
            <a:ext cx="210569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400" dirty="0"/>
              <a:t>Human-</a:t>
            </a:r>
            <a:r>
              <a:rPr lang="nl-NL" sz="1400" dirty="0" err="1"/>
              <a:t>readable</a:t>
            </a:r>
            <a:r>
              <a:rPr lang="nl-NL" sz="1400" dirty="0"/>
              <a:t> </a:t>
            </a:r>
            <a:r>
              <a:rPr lang="nl-NL" sz="1400" dirty="0" err="1"/>
              <a:t>description</a:t>
            </a:r>
            <a:r>
              <a:rPr lang="nl-NL" sz="1400" dirty="0"/>
              <a:t> without </a:t>
            </a:r>
            <a:r>
              <a:rPr lang="nl-NL" sz="1400" dirty="0" err="1"/>
              <a:t>controlled</a:t>
            </a:r>
            <a:r>
              <a:rPr lang="nl-NL" sz="1400" dirty="0"/>
              <a:t> </a:t>
            </a:r>
            <a:r>
              <a:rPr lang="nl-NL" sz="1400" dirty="0" err="1"/>
              <a:t>meaning</a:t>
            </a:r>
            <a:r>
              <a:rPr lang="nl-NL" sz="1400" dirty="0"/>
              <a:t>, e.g. long name=“radar </a:t>
            </a:r>
            <a:r>
              <a:rPr lang="nl-NL" sz="1400" dirty="0" err="1"/>
              <a:t>velocity</a:t>
            </a:r>
            <a:r>
              <a:rPr lang="nl-NL" sz="1400" dirty="0"/>
              <a:t>”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26A2819-4E11-EF6C-81EF-ECFCD4C1A05E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1531759" y="3429000"/>
            <a:ext cx="4564241" cy="663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8EEB46A-375F-8BFC-B7F5-6B34AE35FDE4}"/>
              </a:ext>
            </a:extLst>
          </p:cNvPr>
          <p:cNvCxnSpPr>
            <a:stCxn id="5" idx="2"/>
            <a:endCxn id="10" idx="0"/>
          </p:cNvCxnSpPr>
          <p:nvPr/>
        </p:nvCxnSpPr>
        <p:spPr>
          <a:xfrm flipH="1">
            <a:off x="3762901" y="3429000"/>
            <a:ext cx="2333099" cy="663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BE47C2E-63BC-DD75-1EE5-BF0B28481AD6}"/>
              </a:ext>
            </a:extLst>
          </p:cNvPr>
          <p:cNvCxnSpPr>
            <a:stCxn id="5" idx="2"/>
            <a:endCxn id="13" idx="0"/>
          </p:cNvCxnSpPr>
          <p:nvPr/>
        </p:nvCxnSpPr>
        <p:spPr>
          <a:xfrm flipH="1">
            <a:off x="5980659" y="3429000"/>
            <a:ext cx="115341" cy="663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91E9EBA-30A3-8D67-5F03-6D28EEF640BD}"/>
              </a:ext>
            </a:extLst>
          </p:cNvPr>
          <p:cNvCxnSpPr>
            <a:stCxn id="5" idx="2"/>
            <a:endCxn id="16" idx="0"/>
          </p:cNvCxnSpPr>
          <p:nvPr/>
        </p:nvCxnSpPr>
        <p:spPr>
          <a:xfrm>
            <a:off x="6096000" y="3429000"/>
            <a:ext cx="1993181" cy="663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07610AF-1CF5-05A0-F2DF-7DF81EAB4B40}"/>
              </a:ext>
            </a:extLst>
          </p:cNvPr>
          <p:cNvCxnSpPr>
            <a:stCxn id="5" idx="2"/>
            <a:endCxn id="19" idx="0"/>
          </p:cNvCxnSpPr>
          <p:nvPr/>
        </p:nvCxnSpPr>
        <p:spPr>
          <a:xfrm>
            <a:off x="6096000" y="3429000"/>
            <a:ext cx="4225057" cy="663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359FF01-DDDC-B637-64E6-9102FCFD800A}"/>
              </a:ext>
            </a:extLst>
          </p:cNvPr>
          <p:cNvSpPr txBox="1"/>
          <p:nvPr/>
        </p:nvSpPr>
        <p:spPr>
          <a:xfrm>
            <a:off x="2603201" y="5700915"/>
            <a:ext cx="20484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400" dirty="0" err="1"/>
              <a:t>Approved</a:t>
            </a:r>
            <a:r>
              <a:rPr lang="nl-NL" sz="1400" dirty="0"/>
              <a:t> </a:t>
            </a:r>
            <a:r>
              <a:rPr lang="nl-NL" sz="1400" dirty="0" err="1"/>
              <a:t>terms</a:t>
            </a:r>
            <a:r>
              <a:rPr lang="nl-NL" sz="1400" dirty="0"/>
              <a:t> </a:t>
            </a:r>
            <a:r>
              <a:rPr lang="nl-NL" sz="1400" dirty="0" err="1"/>
              <a:t>with</a:t>
            </a:r>
            <a:r>
              <a:rPr lang="nl-NL" sz="1400" dirty="0"/>
              <a:t> </a:t>
            </a:r>
            <a:r>
              <a:rPr lang="nl-NL" sz="1400" dirty="0" err="1"/>
              <a:t>definitions</a:t>
            </a:r>
            <a:r>
              <a:rPr lang="nl-NL" sz="1400" dirty="0"/>
              <a:t> </a:t>
            </a:r>
            <a:r>
              <a:rPr lang="nl-NL" sz="1400" dirty="0" err="1"/>
              <a:t>and</a:t>
            </a:r>
            <a:r>
              <a:rPr lang="nl-NL" sz="1400" dirty="0"/>
              <a:t> </a:t>
            </a:r>
            <a:r>
              <a:rPr lang="nl-NL" sz="1400" dirty="0" err="1"/>
              <a:t>governance</a:t>
            </a:r>
            <a:r>
              <a:rPr lang="nl-NL" sz="1400" dirty="0"/>
              <a:t> e.g. CF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A575B1-E54D-5675-FEB2-1C98CC21C9AF}"/>
              </a:ext>
            </a:extLst>
          </p:cNvPr>
          <p:cNvSpPr txBox="1"/>
          <p:nvPr/>
        </p:nvSpPr>
        <p:spPr>
          <a:xfrm>
            <a:off x="4896029" y="5684339"/>
            <a:ext cx="2284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400" dirty="0" err="1"/>
              <a:t>Permitted</a:t>
            </a:r>
            <a:r>
              <a:rPr lang="nl-NL" sz="1400" dirty="0"/>
              <a:t> </a:t>
            </a:r>
            <a:r>
              <a:rPr lang="nl-NL" sz="1400" dirty="0" err="1"/>
              <a:t>values</a:t>
            </a:r>
            <a:r>
              <a:rPr lang="nl-NL" sz="1400" dirty="0"/>
              <a:t> or codes </a:t>
            </a:r>
            <a:r>
              <a:rPr lang="nl-NL" sz="1400" dirty="0" err="1"/>
              <a:t>for</a:t>
            </a:r>
            <a:r>
              <a:rPr lang="nl-NL" sz="1400" dirty="0"/>
              <a:t> a </a:t>
            </a:r>
            <a:r>
              <a:rPr lang="nl-NL" sz="1400" dirty="0" err="1"/>
              <a:t>particular</a:t>
            </a:r>
            <a:r>
              <a:rPr lang="nl-NL" sz="1400" dirty="0"/>
              <a:t> field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B7D6F9-1C45-CB97-AE6B-9A3F43400EAA}"/>
              </a:ext>
            </a:extLst>
          </p:cNvPr>
          <p:cNvSpPr txBox="1"/>
          <p:nvPr/>
        </p:nvSpPr>
        <p:spPr>
          <a:xfrm>
            <a:off x="7151884" y="5590571"/>
            <a:ext cx="17196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400" dirty="0" err="1"/>
              <a:t>Concepts</a:t>
            </a:r>
            <a:r>
              <a:rPr lang="nl-NL" sz="1400" dirty="0"/>
              <a:t> </a:t>
            </a:r>
            <a:r>
              <a:rPr lang="nl-NL" sz="1400" dirty="0" err="1"/>
              <a:t>organised</a:t>
            </a:r>
            <a:r>
              <a:rPr lang="nl-NL" sz="1400" dirty="0"/>
              <a:t> </a:t>
            </a:r>
            <a:r>
              <a:rPr lang="nl-NL" sz="1400" dirty="0" err="1"/>
              <a:t>through</a:t>
            </a:r>
            <a:r>
              <a:rPr lang="nl-NL" sz="1400" dirty="0"/>
              <a:t> </a:t>
            </a:r>
            <a:r>
              <a:rPr lang="nl-NL" sz="1400" dirty="0" err="1"/>
              <a:t>broader</a:t>
            </a:r>
            <a:r>
              <a:rPr lang="nl-NL" sz="1400" dirty="0"/>
              <a:t>, </a:t>
            </a:r>
            <a:r>
              <a:rPr lang="nl-NL" sz="1400" dirty="0" err="1"/>
              <a:t>narrower</a:t>
            </a:r>
            <a:r>
              <a:rPr lang="nl-NL" sz="1400" dirty="0"/>
              <a:t>, or </a:t>
            </a:r>
            <a:r>
              <a:rPr lang="nl-NL" sz="1400" dirty="0" err="1"/>
              <a:t>related</a:t>
            </a:r>
            <a:r>
              <a:rPr lang="nl-NL" sz="1400" dirty="0"/>
              <a:t> links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8BEB0CF-A49B-B861-9EF9-B502A572826C}"/>
              </a:ext>
            </a:extLst>
          </p:cNvPr>
          <p:cNvSpPr txBox="1"/>
          <p:nvPr/>
        </p:nvSpPr>
        <p:spPr>
          <a:xfrm>
            <a:off x="9477841" y="5590571"/>
            <a:ext cx="171966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400" dirty="0" err="1"/>
              <a:t>Formal</a:t>
            </a:r>
            <a:r>
              <a:rPr lang="nl-NL" sz="1400" dirty="0"/>
              <a:t> </a:t>
            </a:r>
            <a:r>
              <a:rPr lang="nl-NL" sz="1400" dirty="0" err="1"/>
              <a:t>concepts</a:t>
            </a:r>
            <a:r>
              <a:rPr lang="nl-NL" sz="1400" dirty="0"/>
              <a:t>, </a:t>
            </a:r>
            <a:r>
              <a:rPr lang="nl-NL" sz="1400" dirty="0" err="1"/>
              <a:t>properties</a:t>
            </a:r>
            <a:r>
              <a:rPr lang="nl-NL" sz="1400" dirty="0"/>
              <a:t>, </a:t>
            </a:r>
            <a:r>
              <a:rPr lang="nl-NL" sz="1400" dirty="0" err="1"/>
              <a:t>and</a:t>
            </a:r>
            <a:r>
              <a:rPr lang="nl-NL" sz="1400" dirty="0"/>
              <a:t> </a:t>
            </a:r>
            <a:r>
              <a:rPr lang="nl-NL" sz="1400" dirty="0" err="1"/>
              <a:t>relationships</a:t>
            </a:r>
            <a:r>
              <a:rPr lang="nl-NL" sz="1400" dirty="0"/>
              <a:t> </a:t>
            </a:r>
            <a:r>
              <a:rPr lang="nl-NL" sz="1400" dirty="0" err="1"/>
              <a:t>that</a:t>
            </a:r>
            <a:r>
              <a:rPr lang="nl-NL" sz="1400" dirty="0"/>
              <a:t> </a:t>
            </a:r>
            <a:r>
              <a:rPr lang="nl-NL" sz="1400" dirty="0" err="1"/>
              <a:t>may</a:t>
            </a:r>
            <a:r>
              <a:rPr lang="nl-NL" sz="1400" dirty="0"/>
              <a:t> support </a:t>
            </a:r>
            <a:r>
              <a:rPr lang="nl-NL" sz="1400" dirty="0" err="1"/>
              <a:t>logical</a:t>
            </a:r>
            <a:r>
              <a:rPr lang="nl-NL" sz="1400" dirty="0"/>
              <a:t> </a:t>
            </a:r>
            <a:r>
              <a:rPr lang="nl-NL" sz="1400" dirty="0" err="1"/>
              <a:t>reasoning</a:t>
            </a:r>
            <a:endParaRPr lang="nl-NL" sz="14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9AE6510-7BD7-7CF2-D7E2-D13FABE9D550}"/>
              </a:ext>
            </a:extLst>
          </p:cNvPr>
          <p:cNvCxnSpPr>
            <a:cxnSpLocks/>
          </p:cNvCxnSpPr>
          <p:nvPr/>
        </p:nvCxnSpPr>
        <p:spPr>
          <a:xfrm>
            <a:off x="3651855" y="5035891"/>
            <a:ext cx="0" cy="571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B0A1261-74F3-5F61-14D3-77BC512A8A06}"/>
              </a:ext>
            </a:extLst>
          </p:cNvPr>
          <p:cNvCxnSpPr>
            <a:cxnSpLocks/>
          </p:cNvCxnSpPr>
          <p:nvPr/>
        </p:nvCxnSpPr>
        <p:spPr>
          <a:xfrm>
            <a:off x="5980658" y="5018871"/>
            <a:ext cx="0" cy="571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476CC86-2930-F5B1-08CD-683477D746C0}"/>
              </a:ext>
            </a:extLst>
          </p:cNvPr>
          <p:cNvCxnSpPr>
            <a:cxnSpLocks/>
          </p:cNvCxnSpPr>
          <p:nvPr/>
        </p:nvCxnSpPr>
        <p:spPr>
          <a:xfrm>
            <a:off x="8089180" y="5035891"/>
            <a:ext cx="0" cy="571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17DF65-B70E-3780-3A49-58234AC3F2A0}"/>
              </a:ext>
            </a:extLst>
          </p:cNvPr>
          <p:cNvCxnSpPr>
            <a:cxnSpLocks/>
          </p:cNvCxnSpPr>
          <p:nvPr/>
        </p:nvCxnSpPr>
        <p:spPr>
          <a:xfrm>
            <a:off x="10321057" y="5018870"/>
            <a:ext cx="0" cy="571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4046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F1339EFA-8D49-56C2-0199-18D8047E0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5D560C77-E302-39EF-E75B-93395D98A8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DF1D89-770A-FBDD-1401-96E3E4EE3446}"/>
              </a:ext>
            </a:extLst>
          </p:cNvPr>
          <p:cNvSpPr txBox="1"/>
          <p:nvPr/>
        </p:nvSpPr>
        <p:spPr>
          <a:xfrm>
            <a:off x="2743006" y="4838837"/>
            <a:ext cx="6543942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600" b="1" dirty="0"/>
              <a:t>A </a:t>
            </a:r>
            <a:r>
              <a:rPr lang="nl-NL" sz="1600" b="1" dirty="0" err="1"/>
              <a:t>semantic</a:t>
            </a:r>
            <a:r>
              <a:rPr lang="nl-NL" sz="1600" b="1" dirty="0"/>
              <a:t> resource is more </a:t>
            </a:r>
            <a:r>
              <a:rPr lang="nl-NL" sz="1600" b="1" dirty="0" err="1"/>
              <a:t>useful</a:t>
            </a:r>
            <a:r>
              <a:rPr lang="nl-NL" sz="1600" b="1" dirty="0"/>
              <a:t> </a:t>
            </a:r>
            <a:r>
              <a:rPr lang="nl-NL" sz="1600" b="1" dirty="0" err="1"/>
              <a:t>when</a:t>
            </a:r>
            <a:r>
              <a:rPr lang="nl-NL" sz="1600" dirty="0"/>
              <a:t>:</a:t>
            </a:r>
          </a:p>
          <a:p>
            <a:pPr algn="ctr"/>
            <a:endParaRPr lang="nl-NL" sz="16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nl-NL" sz="1400" dirty="0" err="1"/>
              <a:t>its</a:t>
            </a:r>
            <a:r>
              <a:rPr lang="nl-NL" sz="1400" dirty="0"/>
              <a:t> </a:t>
            </a:r>
            <a:r>
              <a:rPr lang="nl-NL" sz="1400" dirty="0" err="1"/>
              <a:t>terms</a:t>
            </a:r>
            <a:r>
              <a:rPr lang="nl-NL" sz="1400" dirty="0"/>
              <a:t> have </a:t>
            </a:r>
            <a:r>
              <a:rPr lang="nl-NL" sz="1400" dirty="0" err="1"/>
              <a:t>stable</a:t>
            </a:r>
            <a:r>
              <a:rPr lang="nl-NL" sz="1400" dirty="0"/>
              <a:t> </a:t>
            </a:r>
            <a:r>
              <a:rPr lang="nl-NL" sz="1400" dirty="0" err="1"/>
              <a:t>identifiers</a:t>
            </a:r>
            <a:r>
              <a:rPr lang="nl-NL" sz="1400" dirty="0"/>
              <a:t>;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nl-NL" sz="1400" dirty="0" err="1"/>
              <a:t>definitions</a:t>
            </a:r>
            <a:r>
              <a:rPr lang="nl-NL" sz="1400" dirty="0"/>
              <a:t> are </a:t>
            </a:r>
            <a:r>
              <a:rPr lang="nl-NL" sz="1400" dirty="0" err="1"/>
              <a:t>publicly</a:t>
            </a:r>
            <a:r>
              <a:rPr lang="nl-NL" sz="1400" dirty="0"/>
              <a:t> </a:t>
            </a:r>
            <a:r>
              <a:rPr lang="nl-NL" sz="1400" dirty="0" err="1"/>
              <a:t>accessible</a:t>
            </a:r>
            <a:r>
              <a:rPr lang="nl-NL" sz="1400" dirty="0"/>
              <a:t>;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nl-NL" sz="1400" dirty="0" err="1"/>
              <a:t>versions</a:t>
            </a:r>
            <a:r>
              <a:rPr lang="nl-NL" sz="1400" dirty="0"/>
              <a:t> </a:t>
            </a:r>
            <a:r>
              <a:rPr lang="nl-NL" sz="1400" dirty="0" err="1"/>
              <a:t>and</a:t>
            </a:r>
            <a:r>
              <a:rPr lang="nl-NL" sz="1400" dirty="0"/>
              <a:t> changes are </a:t>
            </a:r>
            <a:r>
              <a:rPr lang="nl-NL" sz="1400" dirty="0" err="1"/>
              <a:t>documented</a:t>
            </a:r>
            <a:r>
              <a:rPr lang="nl-NL" sz="1400" dirty="0"/>
              <a:t>;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nl-NL" sz="1400" dirty="0" err="1"/>
              <a:t>synonyms</a:t>
            </a:r>
            <a:r>
              <a:rPr lang="nl-NL" sz="1400" dirty="0"/>
              <a:t> </a:t>
            </a:r>
            <a:r>
              <a:rPr lang="nl-NL" sz="1400" dirty="0" err="1"/>
              <a:t>and</a:t>
            </a:r>
            <a:r>
              <a:rPr lang="nl-NL" sz="1400" dirty="0"/>
              <a:t> </a:t>
            </a:r>
            <a:r>
              <a:rPr lang="nl-NL" sz="1400" dirty="0" err="1"/>
              <a:t>deprecated</a:t>
            </a:r>
            <a:r>
              <a:rPr lang="nl-NL" sz="1400" dirty="0"/>
              <a:t> </a:t>
            </a:r>
            <a:r>
              <a:rPr lang="nl-NL" sz="1400" dirty="0" err="1"/>
              <a:t>terms</a:t>
            </a:r>
            <a:r>
              <a:rPr lang="nl-NL" sz="1400" dirty="0"/>
              <a:t> are </a:t>
            </a:r>
            <a:r>
              <a:rPr lang="nl-NL" sz="1400" dirty="0" err="1"/>
              <a:t>managed</a:t>
            </a:r>
            <a:r>
              <a:rPr lang="nl-NL" sz="1400" dirty="0"/>
              <a:t>;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nl-NL" sz="1400" dirty="0" err="1"/>
              <a:t>relationships</a:t>
            </a:r>
            <a:r>
              <a:rPr lang="nl-NL" sz="1400" dirty="0"/>
              <a:t> </a:t>
            </a:r>
            <a:r>
              <a:rPr lang="nl-NL" sz="1400" dirty="0" err="1"/>
              <a:t>between</a:t>
            </a:r>
            <a:r>
              <a:rPr lang="nl-NL" sz="1400" dirty="0"/>
              <a:t> </a:t>
            </a:r>
            <a:r>
              <a:rPr lang="nl-NL" sz="1400" dirty="0" err="1"/>
              <a:t>concepts</a:t>
            </a:r>
            <a:r>
              <a:rPr lang="nl-NL" sz="1400" dirty="0"/>
              <a:t> are explicit </a:t>
            </a:r>
            <a:r>
              <a:rPr lang="nl-NL" sz="1400" dirty="0" err="1"/>
              <a:t>where</a:t>
            </a:r>
            <a:r>
              <a:rPr lang="nl-NL" sz="1400" dirty="0"/>
              <a:t> </a:t>
            </a:r>
            <a:r>
              <a:rPr lang="nl-NL" sz="1400" dirty="0" err="1"/>
              <a:t>needed</a:t>
            </a:r>
            <a:r>
              <a:rPr lang="nl-NL" sz="1400" dirty="0"/>
              <a:t>; </a:t>
            </a:r>
            <a:r>
              <a:rPr lang="nl-NL" sz="1400" dirty="0" err="1"/>
              <a:t>and</a:t>
            </a:r>
            <a:endParaRPr lang="nl-NL" sz="1400" dirty="0"/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nl-NL" sz="1400" dirty="0" err="1"/>
              <a:t>the</a:t>
            </a:r>
            <a:r>
              <a:rPr lang="nl-NL" sz="1400" dirty="0"/>
              <a:t> resource is </a:t>
            </a:r>
            <a:r>
              <a:rPr lang="nl-NL" sz="1400" dirty="0" err="1"/>
              <a:t>maintained</a:t>
            </a:r>
            <a:r>
              <a:rPr lang="nl-NL" sz="1400" dirty="0"/>
              <a:t> </a:t>
            </a:r>
            <a:r>
              <a:rPr lang="nl-NL" sz="1400" dirty="0" err="1"/>
              <a:t>through</a:t>
            </a:r>
            <a:r>
              <a:rPr lang="nl-NL" sz="1400" dirty="0"/>
              <a:t> </a:t>
            </a:r>
            <a:r>
              <a:rPr lang="nl-NL" sz="1400" dirty="0" err="1"/>
              <a:t>an</a:t>
            </a:r>
            <a:r>
              <a:rPr lang="nl-NL" sz="1400" dirty="0"/>
              <a:t> open community </a:t>
            </a:r>
            <a:r>
              <a:rPr lang="nl-NL" sz="1400" dirty="0" err="1"/>
              <a:t>process</a:t>
            </a:r>
            <a:r>
              <a:rPr lang="nl-NL" sz="1400" dirty="0"/>
              <a:t>.</a:t>
            </a:r>
          </a:p>
        </p:txBody>
      </p:sp>
      <p:pic>
        <p:nvPicPr>
          <p:cNvPr id="12" name="Picture 11" descr="Country highway receding to horizon">
            <a:extLst>
              <a:ext uri="{FF2B5EF4-FFF2-40B4-BE49-F238E27FC236}">
                <a16:creationId xmlns:a16="http://schemas.microsoft.com/office/drawing/2014/main" id="{AA58B922-FE3F-FE5E-CCAF-BF47DFC49D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029" y="260626"/>
            <a:ext cx="6543942" cy="4361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464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E3E879B3-6892-C37A-47F6-7D0B7F0C0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07E6E6F9-A200-8A39-807D-0B8E584F8AA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070;p43">
            <a:extLst>
              <a:ext uri="{FF2B5EF4-FFF2-40B4-BE49-F238E27FC236}">
                <a16:creationId xmlns:a16="http://schemas.microsoft.com/office/drawing/2014/main" id="{D4C1D7B2-C296-81C1-E88D-3DCB8A977DF9}"/>
              </a:ext>
            </a:extLst>
          </p:cNvPr>
          <p:cNvSpPr txBox="1">
            <a:spLocks/>
          </p:cNvSpPr>
          <p:nvPr/>
        </p:nvSpPr>
        <p:spPr>
          <a:xfrm>
            <a:off x="1016135" y="260626"/>
            <a:ext cx="5748036" cy="976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en-US" sz="3600" kern="0" dirty="0"/>
              <a:t>Relevant resources 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6DC76C3-32AD-013F-0333-23EF8FBE6BDC}"/>
              </a:ext>
            </a:extLst>
          </p:cNvPr>
          <p:cNvGrpSpPr/>
          <p:nvPr/>
        </p:nvGrpSpPr>
        <p:grpSpPr>
          <a:xfrm>
            <a:off x="161662" y="1694754"/>
            <a:ext cx="3428247" cy="1955426"/>
            <a:chOff x="161662" y="1694754"/>
            <a:chExt cx="3428247" cy="195542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F159C77-06B1-25A5-6955-ECED2A77CF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7468" y="2598136"/>
              <a:ext cx="1676634" cy="609685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9B16FD4-4777-419E-1C3A-E2D70691CF43}"/>
                </a:ext>
              </a:extLst>
            </p:cNvPr>
            <p:cNvSpPr txBox="1"/>
            <p:nvPr/>
          </p:nvSpPr>
          <p:spPr>
            <a:xfrm>
              <a:off x="640106" y="3280848"/>
              <a:ext cx="2364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i="1" u="sng" dirty="0"/>
                <a:t>https://earthportal.eu/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B09C32E-1477-9AF5-9677-326601C1C145}"/>
                </a:ext>
              </a:extLst>
            </p:cNvPr>
            <p:cNvSpPr txBox="1"/>
            <p:nvPr/>
          </p:nvSpPr>
          <p:spPr>
            <a:xfrm>
              <a:off x="161662" y="1694754"/>
              <a:ext cx="342824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sz="1600" dirty="0"/>
                <a:t>The home of </a:t>
              </a:r>
              <a:r>
                <a:rPr lang="nl-NL" sz="1600" dirty="0" err="1"/>
                <a:t>ontologies</a:t>
              </a:r>
              <a:r>
                <a:rPr lang="nl-NL" sz="1600" dirty="0"/>
                <a:t> </a:t>
              </a:r>
              <a:r>
                <a:rPr lang="nl-NL" sz="1600" dirty="0" err="1"/>
                <a:t>and</a:t>
              </a:r>
              <a:r>
                <a:rPr lang="nl-NL" sz="1600" dirty="0"/>
                <a:t> </a:t>
              </a:r>
              <a:r>
                <a:rPr lang="nl-NL" sz="1600" dirty="0" err="1"/>
                <a:t>semantic</a:t>
              </a:r>
              <a:r>
                <a:rPr lang="nl-NL" sz="1600" dirty="0"/>
                <a:t> </a:t>
              </a:r>
              <a:r>
                <a:rPr lang="nl-NL" sz="1600" dirty="0" err="1"/>
                <a:t>artefacts</a:t>
              </a:r>
              <a:r>
                <a:rPr lang="nl-NL" sz="1600" dirty="0"/>
                <a:t> in Earth System, environment </a:t>
              </a:r>
              <a:r>
                <a:rPr lang="nl-NL" sz="1600" dirty="0" err="1"/>
                <a:t>and</a:t>
              </a:r>
              <a:r>
                <a:rPr lang="nl-NL" sz="1600" dirty="0"/>
                <a:t> </a:t>
              </a:r>
              <a:r>
                <a:rPr lang="nl-NL" sz="1600" dirty="0" err="1"/>
                <a:t>related</a:t>
              </a:r>
              <a:r>
                <a:rPr lang="nl-NL" sz="1600" dirty="0"/>
                <a:t> </a:t>
              </a:r>
              <a:r>
                <a:rPr lang="nl-NL" sz="1600" dirty="0" err="1"/>
                <a:t>domains</a:t>
              </a:r>
              <a:r>
                <a:rPr lang="nl-NL" sz="1600" dirty="0"/>
                <a:t>.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5231A9F-62F5-294C-D444-AD826E8DE86C}"/>
              </a:ext>
            </a:extLst>
          </p:cNvPr>
          <p:cNvGrpSpPr/>
          <p:nvPr/>
        </p:nvGrpSpPr>
        <p:grpSpPr>
          <a:xfrm>
            <a:off x="2581731" y="4405277"/>
            <a:ext cx="6388287" cy="1863093"/>
            <a:chOff x="4901228" y="1790954"/>
            <a:chExt cx="6388287" cy="186309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D4D05EF-DB2F-21DF-B447-691E21275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66510" y="2599432"/>
              <a:ext cx="4191585" cy="562053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43294BD-A8AF-5BC8-6B81-70DDC19A0734}"/>
                </a:ext>
              </a:extLst>
            </p:cNvPr>
            <p:cNvSpPr txBox="1"/>
            <p:nvPr/>
          </p:nvSpPr>
          <p:spPr>
            <a:xfrm>
              <a:off x="5324353" y="1790954"/>
              <a:ext cx="501291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The authoritative resource that </a:t>
              </a:r>
              <a:r>
                <a:rPr lang="nl-NL" sz="1600" dirty="0" err="1"/>
                <a:t>governs</a:t>
              </a:r>
              <a:r>
                <a:rPr lang="nl-NL" sz="1600" dirty="0"/>
                <a:t> </a:t>
              </a:r>
              <a:r>
                <a:rPr lang="nl-NL" sz="1600" dirty="0" err="1"/>
                <a:t>the</a:t>
              </a:r>
              <a:r>
                <a:rPr lang="nl-NL" sz="1600" dirty="0"/>
                <a:t> standard </a:t>
              </a:r>
            </a:p>
            <a:p>
              <a:pPr algn="ctr"/>
              <a:r>
                <a:rPr lang="nl-NL" sz="1600" dirty="0" err="1"/>
                <a:t>names</a:t>
              </a:r>
              <a:r>
                <a:rPr lang="nl-NL" sz="1600" dirty="0"/>
                <a:t> </a:t>
              </a:r>
              <a:r>
                <a:rPr lang="nl-NL" sz="1600" dirty="0" err="1"/>
                <a:t>used</a:t>
              </a:r>
              <a:r>
                <a:rPr lang="nl-NL" sz="1600" dirty="0"/>
                <a:t> in CF-compliant datasets</a:t>
              </a:r>
            </a:p>
            <a:p>
              <a:pPr algn="ctr"/>
              <a:endParaRPr lang="nl-NL" sz="16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6859896-699C-69C4-FC01-2703F7C378CF}"/>
                </a:ext>
              </a:extLst>
            </p:cNvPr>
            <p:cNvSpPr txBox="1"/>
            <p:nvPr/>
          </p:nvSpPr>
          <p:spPr>
            <a:xfrm>
              <a:off x="4901228" y="3377048"/>
              <a:ext cx="638828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200" i="1" u="sng" dirty="0"/>
                <a:t>https://cfconventions.org/Data/cf-standard-names/current/build/cf-standard-name-table.html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7D7BEA6-C758-B9DC-7E69-A7766DA70F6C}"/>
              </a:ext>
            </a:extLst>
          </p:cNvPr>
          <p:cNvGrpSpPr/>
          <p:nvPr/>
        </p:nvGrpSpPr>
        <p:grpSpPr>
          <a:xfrm>
            <a:off x="6096000" y="1297831"/>
            <a:ext cx="5748036" cy="2506237"/>
            <a:chOff x="6096000" y="1297831"/>
            <a:chExt cx="5748036" cy="2506237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3C6898B-D77D-ECBA-1DFD-6ABCD3809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45207" y="2755559"/>
              <a:ext cx="1919378" cy="609685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C913FB9-3BDA-0656-0C95-A014BF093088}"/>
                </a:ext>
              </a:extLst>
            </p:cNvPr>
            <p:cNvSpPr txBox="1"/>
            <p:nvPr/>
          </p:nvSpPr>
          <p:spPr>
            <a:xfrm>
              <a:off x="6096000" y="1297831"/>
              <a:ext cx="5748036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sz="1600" dirty="0"/>
                <a:t>The CF metadata </a:t>
              </a:r>
              <a:r>
                <a:rPr lang="nl-NL" sz="1600" dirty="0" err="1"/>
                <a:t>conventions</a:t>
              </a:r>
              <a:r>
                <a:rPr lang="nl-NL" sz="1600" dirty="0"/>
                <a:t> are </a:t>
              </a:r>
              <a:r>
                <a:rPr lang="nl-NL" sz="1600" dirty="0" err="1"/>
                <a:t>designed</a:t>
              </a:r>
              <a:r>
                <a:rPr lang="nl-NL" sz="1600" dirty="0"/>
                <a:t> </a:t>
              </a:r>
              <a:r>
                <a:rPr lang="nl-NL" sz="1600" dirty="0" err="1"/>
                <a:t>to</a:t>
              </a:r>
              <a:r>
                <a:rPr lang="nl-NL" sz="1600" dirty="0"/>
                <a:t> </a:t>
              </a:r>
              <a:r>
                <a:rPr lang="nl-NL" sz="1600" dirty="0" err="1"/>
                <a:t>promote</a:t>
              </a:r>
              <a:r>
                <a:rPr lang="nl-NL" sz="1600" dirty="0"/>
                <a:t> </a:t>
              </a:r>
              <a:r>
                <a:rPr lang="nl-NL" sz="1600" dirty="0" err="1"/>
                <a:t>the</a:t>
              </a:r>
              <a:r>
                <a:rPr lang="nl-NL" sz="1600" dirty="0"/>
                <a:t> processing </a:t>
              </a:r>
              <a:r>
                <a:rPr lang="nl-NL" sz="1600" dirty="0" err="1"/>
                <a:t>and</a:t>
              </a:r>
              <a:r>
                <a:rPr lang="nl-NL" sz="1600" dirty="0"/>
                <a:t> </a:t>
              </a:r>
              <a:r>
                <a:rPr lang="nl-NL" sz="1600" dirty="0" err="1"/>
                <a:t>sharing</a:t>
              </a:r>
              <a:r>
                <a:rPr lang="nl-NL" sz="1600" dirty="0"/>
                <a:t> of </a:t>
              </a:r>
              <a:r>
                <a:rPr lang="nl-NL" sz="1600" dirty="0" err="1"/>
                <a:t>NetCDF</a:t>
              </a:r>
              <a:r>
                <a:rPr lang="nl-NL" sz="1600" dirty="0"/>
                <a:t> </a:t>
              </a:r>
              <a:r>
                <a:rPr lang="nl-NL" sz="1600" dirty="0" err="1"/>
                <a:t>files.The</a:t>
              </a:r>
              <a:r>
                <a:rPr lang="nl-NL" sz="1600" dirty="0"/>
                <a:t> </a:t>
              </a:r>
              <a:r>
                <a:rPr lang="nl-NL" sz="1600" dirty="0" err="1"/>
                <a:t>conventions</a:t>
              </a:r>
              <a:r>
                <a:rPr lang="nl-NL" sz="1600" dirty="0"/>
                <a:t> </a:t>
              </a:r>
              <a:r>
                <a:rPr lang="nl-NL" sz="1600" dirty="0" err="1"/>
                <a:t>define</a:t>
              </a:r>
              <a:r>
                <a:rPr lang="nl-NL" sz="1600" dirty="0"/>
                <a:t> metadata </a:t>
              </a:r>
              <a:r>
                <a:rPr lang="nl-NL" sz="1600" dirty="0" err="1"/>
                <a:t>that</a:t>
              </a:r>
              <a:r>
                <a:rPr lang="nl-NL" sz="1600" dirty="0"/>
                <a:t> </a:t>
              </a:r>
              <a:r>
                <a:rPr lang="nl-NL" sz="1600" dirty="0" err="1"/>
                <a:t>provide</a:t>
              </a:r>
              <a:r>
                <a:rPr lang="nl-NL" sz="1600" dirty="0"/>
                <a:t> a </a:t>
              </a:r>
              <a:r>
                <a:rPr lang="nl-NL" sz="1600" dirty="0" err="1"/>
                <a:t>definitive</a:t>
              </a:r>
              <a:r>
                <a:rPr lang="nl-NL" sz="1600" dirty="0"/>
                <a:t> </a:t>
              </a:r>
              <a:r>
                <a:rPr lang="nl-NL" sz="1600" dirty="0" err="1"/>
                <a:t>description</a:t>
              </a:r>
              <a:r>
                <a:rPr lang="nl-NL" sz="1600" dirty="0"/>
                <a:t> of </a:t>
              </a:r>
              <a:r>
                <a:rPr lang="nl-NL" sz="1600" dirty="0" err="1"/>
                <a:t>what</a:t>
              </a:r>
              <a:r>
                <a:rPr lang="nl-NL" sz="1600" dirty="0"/>
                <a:t> </a:t>
              </a:r>
              <a:r>
                <a:rPr lang="nl-NL" sz="1600" dirty="0" err="1"/>
                <a:t>the</a:t>
              </a:r>
              <a:r>
                <a:rPr lang="nl-NL" sz="1600" dirty="0"/>
                <a:t> data in </a:t>
              </a:r>
              <a:r>
                <a:rPr lang="nl-NL" sz="1600" dirty="0" err="1"/>
                <a:t>each</a:t>
              </a:r>
              <a:r>
                <a:rPr lang="nl-NL" sz="1600" dirty="0"/>
                <a:t> </a:t>
              </a:r>
              <a:r>
                <a:rPr lang="nl-NL" sz="1600" dirty="0" err="1"/>
                <a:t>variable</a:t>
              </a:r>
              <a:r>
                <a:rPr lang="nl-NL" sz="1600" dirty="0"/>
                <a:t> </a:t>
              </a:r>
              <a:r>
                <a:rPr lang="nl-NL" sz="1600" dirty="0" err="1"/>
                <a:t>represents</a:t>
              </a:r>
              <a:r>
                <a:rPr lang="nl-NL" sz="1600" dirty="0"/>
                <a:t>, </a:t>
              </a:r>
              <a:r>
                <a:rPr lang="nl-NL" sz="1600" dirty="0" err="1"/>
                <a:t>and</a:t>
              </a:r>
              <a:r>
                <a:rPr lang="nl-NL" sz="1600" dirty="0"/>
                <a:t> </a:t>
              </a:r>
              <a:r>
                <a:rPr lang="nl-NL" sz="1600" dirty="0" err="1"/>
                <a:t>the</a:t>
              </a:r>
              <a:r>
                <a:rPr lang="nl-NL" sz="1600" dirty="0"/>
                <a:t> </a:t>
              </a:r>
              <a:r>
                <a:rPr lang="nl-NL" sz="1600" dirty="0" err="1"/>
                <a:t>spatial</a:t>
              </a:r>
              <a:r>
                <a:rPr lang="nl-NL" sz="1600" dirty="0"/>
                <a:t> </a:t>
              </a:r>
              <a:r>
                <a:rPr lang="nl-NL" sz="1600" dirty="0" err="1"/>
                <a:t>and</a:t>
              </a:r>
              <a:r>
                <a:rPr lang="nl-NL" sz="1600" dirty="0"/>
                <a:t> </a:t>
              </a:r>
              <a:r>
                <a:rPr lang="nl-NL" sz="1600" dirty="0" err="1"/>
                <a:t>temporal</a:t>
              </a:r>
              <a:r>
                <a:rPr lang="nl-NL" sz="1600" dirty="0"/>
                <a:t> </a:t>
              </a:r>
              <a:r>
                <a:rPr lang="nl-NL" sz="1600" dirty="0" err="1"/>
                <a:t>properties</a:t>
              </a:r>
              <a:r>
                <a:rPr lang="nl-NL" sz="1600" dirty="0"/>
                <a:t> of </a:t>
              </a:r>
              <a:r>
                <a:rPr lang="nl-NL" sz="1600" dirty="0" err="1"/>
                <a:t>the</a:t>
              </a:r>
              <a:r>
                <a:rPr lang="nl-NL" sz="1600" dirty="0"/>
                <a:t> data.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A28CA57-5DF0-1DB6-F91C-C577C55E7413}"/>
                </a:ext>
              </a:extLst>
            </p:cNvPr>
            <p:cNvSpPr txBox="1"/>
            <p:nvPr/>
          </p:nvSpPr>
          <p:spPr>
            <a:xfrm>
              <a:off x="8017767" y="3496291"/>
              <a:ext cx="21739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i="1" u="sng" dirty="0"/>
                <a:t>https://cfconventions.org/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8825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CD620A34-1EBD-919E-B430-3AC88DC0E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AB59F1FE-4A57-0928-1823-77399D5259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A483DC-45C7-5773-0E65-5F098CD3869A}"/>
              </a:ext>
            </a:extLst>
          </p:cNvPr>
          <p:cNvSpPr txBox="1"/>
          <p:nvPr/>
        </p:nvSpPr>
        <p:spPr>
          <a:xfrm>
            <a:off x="1437190" y="412519"/>
            <a:ext cx="8206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Exercise</a:t>
            </a:r>
            <a:endParaRPr lang="nl-NL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CC4A1-A095-871F-063C-594177E65235}"/>
              </a:ext>
            </a:extLst>
          </p:cNvPr>
          <p:cNvSpPr txBox="1"/>
          <p:nvPr/>
        </p:nvSpPr>
        <p:spPr>
          <a:xfrm>
            <a:off x="1945305" y="1296366"/>
            <a:ext cx="78390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Can these variables be compared? (Think-Pair-Discuss)</a:t>
            </a:r>
            <a:endParaRPr lang="nl-NL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874C50-A908-90D0-6413-EC0AB05EDC48}"/>
              </a:ext>
            </a:extLst>
          </p:cNvPr>
          <p:cNvSpPr txBox="1"/>
          <p:nvPr/>
        </p:nvSpPr>
        <p:spPr>
          <a:xfrm>
            <a:off x="1165886" y="2881496"/>
            <a:ext cx="9818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i="1" u="sng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https://4turesearchdata-carpentries.github.io/interoperability-climate-sciences/semantic-interoperability.html#semantic-interoperability-through-the-cf-conventions</a:t>
            </a:r>
            <a:endParaRPr lang="nl-NL" i="1" u="sng" dirty="0"/>
          </a:p>
        </p:txBody>
      </p:sp>
    </p:spTree>
    <p:extLst>
      <p:ext uri="{BB962C8B-B14F-4D97-AF65-F5344CB8AC3E}">
        <p14:creationId xmlns:p14="http://schemas.microsoft.com/office/powerpoint/2010/main" val="2355097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0A909AAB-6D10-F00C-1AA7-58F0D0603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AB1B46B6-00EC-01B2-7292-777E80C9AE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79ED6D-602D-CD6C-A411-C9B4D3B26759}"/>
              </a:ext>
            </a:extLst>
          </p:cNvPr>
          <p:cNvSpPr txBox="1"/>
          <p:nvPr/>
        </p:nvSpPr>
        <p:spPr>
          <a:xfrm>
            <a:off x="1437190" y="412519"/>
            <a:ext cx="8206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Exercise (plenum)</a:t>
            </a:r>
            <a:endParaRPr lang="nl-NL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ABC662-9CBF-8CCE-F3CA-C55BCAF34F40}"/>
              </a:ext>
            </a:extLst>
          </p:cNvPr>
          <p:cNvSpPr txBox="1"/>
          <p:nvPr/>
        </p:nvSpPr>
        <p:spPr>
          <a:xfrm>
            <a:off x="1165886" y="2881496"/>
            <a:ext cx="9818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i="1" u="sng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https://4turesearchdata-carpentries.github.io/interoperability-climate-sciences/semantic-interoperability.html#semantic-interoperability-through-the-cf-conventions</a:t>
            </a:r>
            <a:endParaRPr lang="nl-NL" i="1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2AC832-0BA6-279B-475A-9BFE56028CD7}"/>
              </a:ext>
            </a:extLst>
          </p:cNvPr>
          <p:cNvSpPr txBox="1"/>
          <p:nvPr/>
        </p:nvSpPr>
        <p:spPr>
          <a:xfrm>
            <a:off x="3044141" y="1739473"/>
            <a:ext cx="57990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Semantic interoperability : True or False?</a:t>
            </a:r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340876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FE63255F-F19C-B5C6-15F0-2D4726A21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C301FED4-7590-C7F8-7471-466C85E79A9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D7B1E1B-A35E-F21A-8FEA-F1234EE688F8}"/>
              </a:ext>
            </a:extLst>
          </p:cNvPr>
          <p:cNvSpPr/>
          <p:nvPr/>
        </p:nvSpPr>
        <p:spPr>
          <a:xfrm>
            <a:off x="4259483" y="2908139"/>
            <a:ext cx="3426106" cy="10417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Main elements Climate and Forecast Convention</a:t>
            </a:r>
            <a:endParaRPr lang="nl-NL" dirty="0">
              <a:solidFill>
                <a:schemeClr val="tx1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F829E2E-AB08-0090-5BE7-78101C0B41E4}"/>
              </a:ext>
            </a:extLst>
          </p:cNvPr>
          <p:cNvGrpSpPr/>
          <p:nvPr/>
        </p:nvGrpSpPr>
        <p:grpSpPr>
          <a:xfrm>
            <a:off x="4611375" y="1016352"/>
            <a:ext cx="2453833" cy="1791559"/>
            <a:chOff x="4611375" y="1016352"/>
            <a:chExt cx="2453833" cy="1791559"/>
          </a:xfrm>
        </p:grpSpPr>
        <p:sp>
          <p:nvSpPr>
            <p:cNvPr id="6" name="Arrow: Up 5">
              <a:extLst>
                <a:ext uri="{FF2B5EF4-FFF2-40B4-BE49-F238E27FC236}">
                  <a16:creationId xmlns:a16="http://schemas.microsoft.com/office/drawing/2014/main" id="{B84F48F6-5308-DF55-B8E7-5A6A8D0A1E70}"/>
                </a:ext>
              </a:extLst>
            </p:cNvPr>
            <p:cNvSpPr/>
            <p:nvPr/>
          </p:nvSpPr>
          <p:spPr>
            <a:xfrm>
              <a:off x="5635735" y="2172397"/>
              <a:ext cx="405114" cy="635514"/>
            </a:xfrm>
            <a:prstGeom prst="up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B96C7492-FFE0-F679-3084-8217303EB3D7}"/>
                </a:ext>
              </a:extLst>
            </p:cNvPr>
            <p:cNvSpPr/>
            <p:nvPr/>
          </p:nvSpPr>
          <p:spPr>
            <a:xfrm>
              <a:off x="4611375" y="1016352"/>
              <a:ext cx="2453833" cy="752058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standard_name</a:t>
              </a:r>
              <a:endParaRPr lang="nl-NL" dirty="0">
                <a:solidFill>
                  <a:schemeClr val="tx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DD3C7F0-6CB0-17DD-5632-F51678F84CD0}"/>
                </a:ext>
              </a:extLst>
            </p:cNvPr>
            <p:cNvSpPr txBox="1"/>
            <p:nvPr/>
          </p:nvSpPr>
          <p:spPr>
            <a:xfrm>
              <a:off x="4735342" y="1850962"/>
              <a:ext cx="22140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What is being measured?</a:t>
              </a:r>
              <a:endParaRPr lang="nl-NL" sz="14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A00B998-7C4C-4A46-B6C8-4E6470CAC716}"/>
              </a:ext>
            </a:extLst>
          </p:cNvPr>
          <p:cNvGrpSpPr/>
          <p:nvPr/>
        </p:nvGrpSpPr>
        <p:grpSpPr>
          <a:xfrm>
            <a:off x="7098207" y="1358412"/>
            <a:ext cx="3944398" cy="1369770"/>
            <a:chOff x="7098207" y="1358412"/>
            <a:chExt cx="3944398" cy="136977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D32E9FC1-B781-3AB1-52DD-6833C4FF0C0A}"/>
                </a:ext>
              </a:extLst>
            </p:cNvPr>
            <p:cNvSpPr/>
            <p:nvPr/>
          </p:nvSpPr>
          <p:spPr>
            <a:xfrm>
              <a:off x="8154818" y="1358412"/>
              <a:ext cx="2694972" cy="766675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long_name</a:t>
              </a:r>
              <a:endParaRPr lang="nl-NL" dirty="0">
                <a:solidFill>
                  <a:schemeClr val="tx1"/>
                </a:solidFill>
              </a:endParaRPr>
            </a:p>
          </p:txBody>
        </p:sp>
        <p:sp>
          <p:nvSpPr>
            <p:cNvPr id="16" name="Arrow: Up 15">
              <a:extLst>
                <a:ext uri="{FF2B5EF4-FFF2-40B4-BE49-F238E27FC236}">
                  <a16:creationId xmlns:a16="http://schemas.microsoft.com/office/drawing/2014/main" id="{E88EAEAC-4154-BEDC-5BC3-5DD92AB5EB3A}"/>
                </a:ext>
              </a:extLst>
            </p:cNvPr>
            <p:cNvSpPr/>
            <p:nvPr/>
          </p:nvSpPr>
          <p:spPr>
            <a:xfrm rot="2987231">
              <a:off x="7248533" y="2172742"/>
              <a:ext cx="405114" cy="705766"/>
            </a:xfrm>
            <a:prstGeom prst="up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B8EEE64-8675-604B-3D07-8BCAB80C2CC4}"/>
                </a:ext>
              </a:extLst>
            </p:cNvPr>
            <p:cNvSpPr txBox="1"/>
            <p:nvPr/>
          </p:nvSpPr>
          <p:spPr>
            <a:xfrm>
              <a:off x="8071920" y="2178752"/>
              <a:ext cx="297068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How can we describe it for people?</a:t>
              </a:r>
              <a:endParaRPr lang="nl-NL" sz="14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5F767B2-3C8B-4EE1-E5DA-4DAA5BEB2D13}"/>
              </a:ext>
            </a:extLst>
          </p:cNvPr>
          <p:cNvGrpSpPr/>
          <p:nvPr/>
        </p:nvGrpSpPr>
        <p:grpSpPr>
          <a:xfrm>
            <a:off x="7827066" y="2855421"/>
            <a:ext cx="3919560" cy="1773145"/>
            <a:chOff x="7827066" y="2855421"/>
            <a:chExt cx="3919560" cy="1773145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C72D322-D142-96DC-DE56-5350B7707B8A}"/>
                </a:ext>
              </a:extLst>
            </p:cNvPr>
            <p:cNvSpPr/>
            <p:nvPr/>
          </p:nvSpPr>
          <p:spPr>
            <a:xfrm>
              <a:off x="8851738" y="2855421"/>
              <a:ext cx="2694972" cy="766675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units</a:t>
              </a:r>
              <a:endParaRPr lang="nl-NL" dirty="0">
                <a:solidFill>
                  <a:schemeClr val="tx1"/>
                </a:solidFill>
              </a:endParaRPr>
            </a:p>
          </p:txBody>
        </p:sp>
        <p:sp>
          <p:nvSpPr>
            <p:cNvPr id="5" name="Arrow: Up 4">
              <a:extLst>
                <a:ext uri="{FF2B5EF4-FFF2-40B4-BE49-F238E27FC236}">
                  <a16:creationId xmlns:a16="http://schemas.microsoft.com/office/drawing/2014/main" id="{E07534A3-DDE3-105C-656C-E2A882039FB9}"/>
                </a:ext>
              </a:extLst>
            </p:cNvPr>
            <p:cNvSpPr/>
            <p:nvPr/>
          </p:nvSpPr>
          <p:spPr>
            <a:xfrm rot="5400000">
              <a:off x="7952261" y="3005787"/>
              <a:ext cx="405114" cy="655504"/>
            </a:xfrm>
            <a:prstGeom prst="up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690D7BE-EC58-833D-4772-1E6B4563015F}"/>
                </a:ext>
              </a:extLst>
            </p:cNvPr>
            <p:cNvSpPr txBox="1"/>
            <p:nvPr/>
          </p:nvSpPr>
          <p:spPr>
            <a:xfrm>
              <a:off x="8447323" y="3674459"/>
              <a:ext cx="329930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How are the values expressed? (must be </a:t>
              </a:r>
              <a:br>
                <a:rPr lang="en-US" sz="1400" dirty="0"/>
              </a:br>
              <a:r>
                <a:rPr lang="en-US" sz="1400" dirty="0"/>
                <a:t>compatible with the canonical units of the </a:t>
              </a:r>
              <a:r>
                <a:rPr lang="en-US" sz="1400" dirty="0" err="1"/>
                <a:t>standard_name</a:t>
              </a:r>
              <a:r>
                <a:rPr lang="en-US" sz="1400" dirty="0"/>
                <a:t>)</a:t>
              </a:r>
              <a:endParaRPr lang="nl-NL" sz="14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5212CFB-76A9-B3CB-3E04-D60D127CDEAF}"/>
              </a:ext>
            </a:extLst>
          </p:cNvPr>
          <p:cNvGrpSpPr/>
          <p:nvPr/>
        </p:nvGrpSpPr>
        <p:grpSpPr>
          <a:xfrm>
            <a:off x="6968344" y="4179414"/>
            <a:ext cx="3277129" cy="1870950"/>
            <a:chOff x="6968344" y="4179414"/>
            <a:chExt cx="3277129" cy="187095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9B70CFE-EA43-430C-C8D7-274272D140A9}"/>
                </a:ext>
              </a:extLst>
            </p:cNvPr>
            <p:cNvSpPr/>
            <p:nvPr/>
          </p:nvSpPr>
          <p:spPr>
            <a:xfrm>
              <a:off x="7550501" y="4814082"/>
              <a:ext cx="2694972" cy="766675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Coordinates</a:t>
              </a:r>
              <a:endParaRPr lang="nl-NL" dirty="0">
                <a:solidFill>
                  <a:schemeClr val="tx1"/>
                </a:solidFill>
              </a:endParaRPr>
            </a:p>
          </p:txBody>
        </p:sp>
        <p:sp>
          <p:nvSpPr>
            <p:cNvPr id="11" name="Arrow: Up 10">
              <a:extLst>
                <a:ext uri="{FF2B5EF4-FFF2-40B4-BE49-F238E27FC236}">
                  <a16:creationId xmlns:a16="http://schemas.microsoft.com/office/drawing/2014/main" id="{FDF0A2AC-F520-6288-31FB-4B4A20BE1068}"/>
                </a:ext>
              </a:extLst>
            </p:cNvPr>
            <p:cNvSpPr/>
            <p:nvPr/>
          </p:nvSpPr>
          <p:spPr>
            <a:xfrm rot="7556161">
              <a:off x="7093539" y="4054219"/>
              <a:ext cx="405114" cy="655504"/>
            </a:xfrm>
            <a:prstGeom prst="up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E452497-1246-7684-E8F3-AB10900EEE57}"/>
                </a:ext>
              </a:extLst>
            </p:cNvPr>
            <p:cNvSpPr txBox="1"/>
            <p:nvPr/>
          </p:nvSpPr>
          <p:spPr>
            <a:xfrm>
              <a:off x="8265538" y="5742587"/>
              <a:ext cx="16369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Where and when?</a:t>
              </a:r>
              <a:endParaRPr lang="nl-NL" sz="140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2847058-5E0B-0777-C38C-1AB8DFCB0F27}"/>
              </a:ext>
            </a:extLst>
          </p:cNvPr>
          <p:cNvGrpSpPr/>
          <p:nvPr/>
        </p:nvGrpSpPr>
        <p:grpSpPr>
          <a:xfrm>
            <a:off x="4067239" y="4150316"/>
            <a:ext cx="2860078" cy="1900049"/>
            <a:chOff x="4067239" y="4150316"/>
            <a:chExt cx="2860078" cy="1900049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1A55E4C-063C-693D-06CB-1E57CBCAC451}"/>
                </a:ext>
              </a:extLst>
            </p:cNvPr>
            <p:cNvSpPr/>
            <p:nvPr/>
          </p:nvSpPr>
          <p:spPr>
            <a:xfrm>
              <a:off x="4067239" y="4949124"/>
              <a:ext cx="2816506" cy="655303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bounds/</a:t>
              </a:r>
              <a:r>
                <a:rPr lang="en-US" dirty="0" err="1">
                  <a:solidFill>
                    <a:schemeClr val="tx1"/>
                  </a:solidFill>
                </a:rPr>
                <a:t>cell_methods</a:t>
              </a:r>
              <a:endParaRPr lang="nl-NL" dirty="0">
                <a:solidFill>
                  <a:schemeClr val="tx1"/>
                </a:solidFill>
              </a:endParaRPr>
            </a:p>
          </p:txBody>
        </p:sp>
        <p:sp>
          <p:nvSpPr>
            <p:cNvPr id="20" name="Arrow: Up 19">
              <a:extLst>
                <a:ext uri="{FF2B5EF4-FFF2-40B4-BE49-F238E27FC236}">
                  <a16:creationId xmlns:a16="http://schemas.microsoft.com/office/drawing/2014/main" id="{F7270C9A-A50D-5DD4-A69B-240E6FEE8CF9}"/>
                </a:ext>
              </a:extLst>
            </p:cNvPr>
            <p:cNvSpPr/>
            <p:nvPr/>
          </p:nvSpPr>
          <p:spPr>
            <a:xfrm rot="10800000">
              <a:off x="5206812" y="4150316"/>
              <a:ext cx="405114" cy="593006"/>
            </a:xfrm>
            <a:prstGeom prst="up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E1469ED-374E-11CA-22CD-DD6022E410A7}"/>
                </a:ext>
              </a:extLst>
            </p:cNvPr>
            <p:cNvSpPr txBox="1"/>
            <p:nvPr/>
          </p:nvSpPr>
          <p:spPr>
            <a:xfrm>
              <a:off x="4067239" y="5742588"/>
              <a:ext cx="28600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What does each value represent?</a:t>
              </a:r>
              <a:endParaRPr lang="nl-NL" sz="14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54CE05F-A44F-AE73-FBB6-D9E26A5A03BC}"/>
              </a:ext>
            </a:extLst>
          </p:cNvPr>
          <p:cNvGrpSpPr/>
          <p:nvPr/>
        </p:nvGrpSpPr>
        <p:grpSpPr>
          <a:xfrm>
            <a:off x="584522" y="3947759"/>
            <a:ext cx="3673803" cy="1684700"/>
            <a:chOff x="584522" y="3947759"/>
            <a:chExt cx="3673803" cy="16847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C6E8DC2-0BC7-4788-55B6-84CCFA514EF7}"/>
                </a:ext>
              </a:extLst>
            </p:cNvPr>
            <p:cNvSpPr/>
            <p:nvPr/>
          </p:nvSpPr>
          <p:spPr>
            <a:xfrm>
              <a:off x="584522" y="4119168"/>
              <a:ext cx="2816506" cy="655303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Ancillary variables</a:t>
              </a:r>
              <a:endParaRPr lang="nl-NL" dirty="0">
                <a:solidFill>
                  <a:schemeClr val="tx1"/>
                </a:solidFill>
              </a:endParaRPr>
            </a:p>
          </p:txBody>
        </p:sp>
        <p:sp>
          <p:nvSpPr>
            <p:cNvPr id="19" name="Arrow: Up 18">
              <a:extLst>
                <a:ext uri="{FF2B5EF4-FFF2-40B4-BE49-F238E27FC236}">
                  <a16:creationId xmlns:a16="http://schemas.microsoft.com/office/drawing/2014/main" id="{10615D1B-DB3A-DA2F-BBFB-3EC5DC96F049}"/>
                </a:ext>
              </a:extLst>
            </p:cNvPr>
            <p:cNvSpPr/>
            <p:nvPr/>
          </p:nvSpPr>
          <p:spPr>
            <a:xfrm rot="14381555">
              <a:off x="3759265" y="3853813"/>
              <a:ext cx="405114" cy="593006"/>
            </a:xfrm>
            <a:prstGeom prst="up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2E1B627-3DD9-F477-00D3-DE0B67708AEE}"/>
                </a:ext>
              </a:extLst>
            </p:cNvPr>
            <p:cNvSpPr txBox="1"/>
            <p:nvPr/>
          </p:nvSpPr>
          <p:spPr>
            <a:xfrm>
              <a:off x="585067" y="4893795"/>
              <a:ext cx="2815416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nl-NL" sz="1400" dirty="0" err="1"/>
                <a:t>What</a:t>
              </a:r>
              <a:r>
                <a:rPr lang="nl-NL" sz="1400" dirty="0"/>
                <a:t> </a:t>
              </a:r>
              <a:r>
                <a:rPr lang="nl-NL" sz="1400" dirty="0" err="1"/>
                <a:t>additional</a:t>
              </a:r>
              <a:r>
                <a:rPr lang="nl-NL" sz="1400" dirty="0"/>
                <a:t> information is </a:t>
              </a:r>
              <a:r>
                <a:rPr lang="nl-NL" sz="1400" dirty="0" err="1"/>
                <a:t>associated</a:t>
              </a:r>
              <a:r>
                <a:rPr lang="nl-NL" sz="1400" dirty="0"/>
                <a:t> </a:t>
              </a:r>
              <a:r>
                <a:rPr lang="nl-NL" sz="1400" dirty="0" err="1"/>
                <a:t>with</a:t>
              </a:r>
              <a:r>
                <a:rPr lang="nl-NL" sz="1400" dirty="0"/>
                <a:t> </a:t>
              </a:r>
              <a:r>
                <a:rPr lang="nl-NL" sz="1400" dirty="0" err="1"/>
                <a:t>the</a:t>
              </a:r>
              <a:r>
                <a:rPr lang="nl-NL" sz="1400" dirty="0"/>
                <a:t> </a:t>
              </a:r>
              <a:r>
                <a:rPr lang="nl-NL" sz="1400" dirty="0" err="1"/>
                <a:t>values</a:t>
              </a:r>
              <a:r>
                <a:rPr lang="nl-NL" sz="1400" dirty="0"/>
                <a:t>?, e.g. instrument, </a:t>
              </a:r>
              <a:r>
                <a:rPr lang="nl-NL" sz="1400" dirty="0" err="1"/>
                <a:t>quality</a:t>
              </a:r>
              <a:r>
                <a:rPr lang="nl-NL" sz="1400" dirty="0"/>
                <a:t>-control </a:t>
              </a:r>
              <a:r>
                <a:rPr lang="nl-NL" sz="1400" dirty="0" err="1"/>
                <a:t>flags</a:t>
              </a:r>
              <a:endParaRPr lang="nl-NL" sz="1400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0C47714-47A5-5592-8817-D820234A6000}"/>
              </a:ext>
            </a:extLst>
          </p:cNvPr>
          <p:cNvGrpSpPr/>
          <p:nvPr/>
        </p:nvGrpSpPr>
        <p:grpSpPr>
          <a:xfrm>
            <a:off x="242094" y="1839881"/>
            <a:ext cx="3908431" cy="1398878"/>
            <a:chOff x="242094" y="1839881"/>
            <a:chExt cx="3908431" cy="1398878"/>
          </a:xfrm>
        </p:grpSpPr>
        <p:sp>
          <p:nvSpPr>
            <p:cNvPr id="27" name="Arrow: Up 26">
              <a:extLst>
                <a:ext uri="{FF2B5EF4-FFF2-40B4-BE49-F238E27FC236}">
                  <a16:creationId xmlns:a16="http://schemas.microsoft.com/office/drawing/2014/main" id="{5CB8377E-9232-D0A6-1516-DC3493B22399}"/>
                </a:ext>
              </a:extLst>
            </p:cNvPr>
            <p:cNvSpPr/>
            <p:nvPr/>
          </p:nvSpPr>
          <p:spPr>
            <a:xfrm rot="17571510">
              <a:off x="3496556" y="2367340"/>
              <a:ext cx="405114" cy="902825"/>
            </a:xfrm>
            <a:prstGeom prst="up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76DAD91E-1CC8-CD4C-ADE7-C0FE550465F1}"/>
                </a:ext>
              </a:extLst>
            </p:cNvPr>
            <p:cNvSpPr/>
            <p:nvPr/>
          </p:nvSpPr>
          <p:spPr>
            <a:xfrm>
              <a:off x="371521" y="1839881"/>
              <a:ext cx="2694972" cy="766675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Feature_Type</a:t>
              </a:r>
              <a:endParaRPr lang="nl-NL" dirty="0">
                <a:solidFill>
                  <a:schemeClr val="tx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8D2DBB4-02BD-70AD-4A95-CA906482DB5A}"/>
                </a:ext>
              </a:extLst>
            </p:cNvPr>
            <p:cNvSpPr txBox="1"/>
            <p:nvPr/>
          </p:nvSpPr>
          <p:spPr>
            <a:xfrm>
              <a:off x="242094" y="2715539"/>
              <a:ext cx="329640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nl-NL" sz="1400" dirty="0" err="1"/>
                <a:t>What</a:t>
              </a:r>
              <a:r>
                <a:rPr lang="nl-NL" sz="1400" dirty="0"/>
                <a:t> kind of </a:t>
              </a:r>
              <a:r>
                <a:rPr lang="nl-NL" sz="1400" dirty="0" err="1"/>
                <a:t>observations</a:t>
              </a:r>
              <a:r>
                <a:rPr lang="nl-NL" sz="1400" dirty="0"/>
                <a:t> are these?</a:t>
              </a:r>
              <a:br>
                <a:rPr lang="nl-NL" sz="1400" dirty="0"/>
              </a:br>
              <a:r>
                <a:rPr lang="nl-NL" sz="1400" dirty="0"/>
                <a:t>E.g. time series, </a:t>
              </a:r>
              <a:r>
                <a:rPr lang="nl-NL" sz="1400" dirty="0" err="1"/>
                <a:t>profiles</a:t>
              </a:r>
              <a:r>
                <a:rPr lang="nl-NL" sz="1400" dirty="0"/>
                <a:t> , </a:t>
              </a:r>
              <a:r>
                <a:rPr lang="nl-NL" sz="1400" dirty="0" err="1"/>
                <a:t>trajectories</a:t>
              </a:r>
              <a:endParaRPr lang="nl-NL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18726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EB870B8C-09E5-F16D-801D-E50C1ED1E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24D5F646-350E-5432-5DD9-3A0093F33B5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6FCAC0-1868-111F-C0EC-3260F63D2028}"/>
              </a:ext>
            </a:extLst>
          </p:cNvPr>
          <p:cNvSpPr txBox="1"/>
          <p:nvPr/>
        </p:nvSpPr>
        <p:spPr>
          <a:xfrm>
            <a:off x="1564511" y="405822"/>
            <a:ext cx="8206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/>
              <a:t>Compliance check</a:t>
            </a:r>
            <a:endParaRPr lang="nl-NL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F7E20A-4DDF-AC95-86E1-5C9DC2A43A2E}"/>
              </a:ext>
            </a:extLst>
          </p:cNvPr>
          <p:cNvSpPr txBox="1"/>
          <p:nvPr/>
        </p:nvSpPr>
        <p:spPr>
          <a:xfrm>
            <a:off x="7822072" y="2709887"/>
            <a:ext cx="2971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nl-NL" sz="1050" b="0" u="sng" dirty="0">
                <a:effectLst/>
                <a:latin typeface="Consolas" panose="020B0609020204030204" pitchFamily="49" charset="0"/>
              </a:rPr>
              <a:t>https://compliance.ioos.us/index.html</a:t>
            </a:r>
            <a:endParaRPr lang="nl-NL" sz="105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96FB843-8DFC-1E79-FEBA-2567600B000F}"/>
              </a:ext>
            </a:extLst>
          </p:cNvPr>
          <p:cNvSpPr/>
          <p:nvPr/>
        </p:nvSpPr>
        <p:spPr>
          <a:xfrm>
            <a:off x="1155031" y="1709767"/>
            <a:ext cx="195855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</a:t>
            </a:r>
            <a:endParaRPr lang="nl-NL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5EC22B-4391-3135-8F83-4E3EAB893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077" y="3195718"/>
            <a:ext cx="6135889" cy="30596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CDDA12-6298-C18C-EA25-E45D3A515A6A}"/>
              </a:ext>
            </a:extLst>
          </p:cNvPr>
          <p:cNvSpPr txBox="1"/>
          <p:nvPr/>
        </p:nvSpPr>
        <p:spPr>
          <a:xfrm>
            <a:off x="284986" y="2709887"/>
            <a:ext cx="60940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000" u="sng" dirty="0">
                <a:latin typeface="Consolas" panose="020B0609020204030204" pitchFamily="49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https://opendap.4tu.nl/thredds/catalog/IDRA/2019/01/02/catalog.html?dataset=IDRA_scan/2019/01/02/IDRA_2019-01-02_12-00_raw_data.nc</a:t>
            </a:r>
            <a:endParaRPr lang="nl-NL" sz="1000" u="sng" dirty="0">
              <a:latin typeface="Consolas" panose="020B0609020204030204" pitchFamily="49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82A02C6-02F0-A3C5-C685-8B49E1E1FFC5}"/>
              </a:ext>
            </a:extLst>
          </p:cNvPr>
          <p:cNvSpPr/>
          <p:nvPr/>
        </p:nvSpPr>
        <p:spPr>
          <a:xfrm>
            <a:off x="8099132" y="1709767"/>
            <a:ext cx="195855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Tool</a:t>
            </a:r>
            <a:endParaRPr lang="nl-NL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A86F680-F055-BCD5-20DA-75ED9EEAF8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5021" y="3477182"/>
            <a:ext cx="5122902" cy="902974"/>
          </a:xfrm>
          <a:prstGeom prst="rect">
            <a:avLst/>
          </a:prstGeom>
        </p:spPr>
      </p:pic>
      <p:sp>
        <p:nvSpPr>
          <p:cNvPr id="16" name="Arrow: Down 15">
            <a:extLst>
              <a:ext uri="{FF2B5EF4-FFF2-40B4-BE49-F238E27FC236}">
                <a16:creationId xmlns:a16="http://schemas.microsoft.com/office/drawing/2014/main" id="{7987A8BE-EFBE-2548-395D-1C4080FEA267}"/>
              </a:ext>
            </a:extLst>
          </p:cNvPr>
          <p:cNvSpPr/>
          <p:nvPr/>
        </p:nvSpPr>
        <p:spPr>
          <a:xfrm>
            <a:off x="9095770" y="4459572"/>
            <a:ext cx="424404" cy="755566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7108598-6D33-6D6E-D27E-D5611DC73B17}"/>
              </a:ext>
            </a:extLst>
          </p:cNvPr>
          <p:cNvSpPr/>
          <p:nvPr/>
        </p:nvSpPr>
        <p:spPr>
          <a:xfrm>
            <a:off x="8639535" y="5341008"/>
            <a:ext cx="1336873" cy="9144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Report</a:t>
            </a:r>
            <a:endParaRPr lang="nl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832908"/>
      </p:ext>
    </p:extLst>
  </p:cSld>
  <p:clrMapOvr>
    <a:masterClrMapping/>
  </p:clrMapOvr>
</p:sld>
</file>

<file path=ppt/theme/theme1.xml><?xml version="1.0" encoding="utf-8"?>
<a:theme xmlns:a="http://schemas.openxmlformats.org/drawingml/2006/main" name="Inbetween Title Slides">
  <a:themeElements>
    <a:clrScheme name="4TU.ResearchData">
      <a:dk1>
        <a:srgbClr val="3C3C3C"/>
      </a:dk1>
      <a:lt1>
        <a:srgbClr val="FBF5E9"/>
      </a:lt1>
      <a:dk2>
        <a:srgbClr val="FFFFFF"/>
      </a:dk2>
      <a:lt2>
        <a:srgbClr val="FFFFFF"/>
      </a:lt2>
      <a:accent1>
        <a:srgbClr val="F29100"/>
      </a:accent1>
      <a:accent2>
        <a:srgbClr val="FF6829"/>
      </a:accent2>
      <a:accent3>
        <a:srgbClr val="B9DBEF"/>
      </a:accent3>
      <a:accent4>
        <a:srgbClr val="969696"/>
      </a:accent4>
      <a:accent5>
        <a:srgbClr val="F29100"/>
      </a:accent5>
      <a:accent6>
        <a:srgbClr val="F29100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658</Words>
  <Application>Microsoft Office PowerPoint</Application>
  <PresentationFormat>Widescreen</PresentationFormat>
  <Paragraphs>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Consolas</vt:lpstr>
      <vt:lpstr>Inter Light</vt:lpstr>
      <vt:lpstr>Space Grotesk</vt:lpstr>
      <vt:lpstr>Inbetween Title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Leila Iñigo de la Cruz</dc:creator>
  <cp:lastModifiedBy>Leila Iñigo de la Cruz</cp:lastModifiedBy>
  <cp:revision>2</cp:revision>
  <dcterms:created xsi:type="dcterms:W3CDTF">2026-08-27T07:48:58Z</dcterms:created>
  <dcterms:modified xsi:type="dcterms:W3CDTF">2026-09-02T10:01:35Z</dcterms:modified>
</cp:coreProperties>
</file>