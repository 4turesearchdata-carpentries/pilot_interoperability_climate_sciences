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313" r:id="rId2"/>
    <p:sldId id="314" r:id="rId3"/>
    <p:sldId id="315" r:id="rId4"/>
    <p:sldId id="327" r:id="rId5"/>
    <p:sldId id="329" r:id="rId6"/>
    <p:sldId id="319" r:id="rId7"/>
    <p:sldId id="330" r:id="rId8"/>
    <p:sldId id="331" r:id="rId9"/>
    <p:sldId id="332" r:id="rId10"/>
    <p:sldId id="333" r:id="rId11"/>
    <p:sldId id="334" r:id="rId12"/>
    <p:sldId id="335" r:id="rId13"/>
    <p:sldId id="321" r:id="rId14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2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707E85-D247-4D31-8D05-321D7ECB2773}" v="311" dt="2026-09-23T07:08:54.49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6" autoAdjust="0"/>
    <p:restoredTop sz="78692" autoAdjust="0"/>
  </p:normalViewPr>
  <p:slideViewPr>
    <p:cSldViewPr snapToGrid="0" showGuides="1">
      <p:cViewPr varScale="1">
        <p:scale>
          <a:sx n="83" d="100"/>
          <a:sy n="83" d="100"/>
        </p:scale>
        <p:origin x="1590" y="120"/>
      </p:cViewPr>
      <p:guideLst>
        <p:guide orient="horz" pos="2523"/>
        <p:guide pos="3840"/>
      </p:guideLst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ila Iñigo de la Cruz" userId="fae4ed0d-52e1-4e8b-ac73-77e0b7235c9a" providerId="ADAL" clId="{1E9E03C1-E5D4-4BEC-8EBD-C4DD5262B379}"/>
    <pc:docChg chg="undo custSel addSld delSld modSld">
      <pc:chgData name="Leila Iñigo de la Cruz" userId="fae4ed0d-52e1-4e8b-ac73-77e0b7235c9a" providerId="ADAL" clId="{1E9E03C1-E5D4-4BEC-8EBD-C4DD5262B379}" dt="2026-09-23T07:08:10.110" v="2358" actId="1035"/>
      <pc:docMkLst>
        <pc:docMk/>
      </pc:docMkLst>
      <pc:sldChg chg="modSp mod">
        <pc:chgData name="Leila Iñigo de la Cruz" userId="fae4ed0d-52e1-4e8b-ac73-77e0b7235c9a" providerId="ADAL" clId="{1E9E03C1-E5D4-4BEC-8EBD-C4DD5262B379}" dt="2026-09-22T09:27:19.340" v="19" actId="20577"/>
        <pc:sldMkLst>
          <pc:docMk/>
          <pc:sldMk cId="3386930889" sldId="313"/>
        </pc:sldMkLst>
        <pc:spChg chg="mod">
          <ac:chgData name="Leila Iñigo de la Cruz" userId="fae4ed0d-52e1-4e8b-ac73-77e0b7235c9a" providerId="ADAL" clId="{1E9E03C1-E5D4-4BEC-8EBD-C4DD5262B379}" dt="2026-09-22T09:27:19.340" v="19" actId="20577"/>
          <ac:spMkLst>
            <pc:docMk/>
            <pc:sldMk cId="3386930889" sldId="313"/>
            <ac:spMk id="1069" creationId="{B2861DCE-AF2C-DB99-9CBA-F987E9F09E2E}"/>
          </ac:spMkLst>
        </pc:spChg>
      </pc:sldChg>
      <pc:sldChg chg="modSp mod">
        <pc:chgData name="Leila Iñigo de la Cruz" userId="fae4ed0d-52e1-4e8b-ac73-77e0b7235c9a" providerId="ADAL" clId="{1E9E03C1-E5D4-4BEC-8EBD-C4DD5262B379}" dt="2026-09-22T09:28:46.940" v="92" actId="20577"/>
        <pc:sldMkLst>
          <pc:docMk/>
          <pc:sldMk cId="3544987058" sldId="314"/>
        </pc:sldMkLst>
        <pc:spChg chg="mod">
          <ac:chgData name="Leila Iñigo de la Cruz" userId="fae4ed0d-52e1-4e8b-ac73-77e0b7235c9a" providerId="ADAL" clId="{1E9E03C1-E5D4-4BEC-8EBD-C4DD5262B379}" dt="2026-09-22T09:28:46.940" v="92" actId="20577"/>
          <ac:spMkLst>
            <pc:docMk/>
            <pc:sldMk cId="3544987058" sldId="314"/>
            <ac:spMk id="19" creationId="{0BF0829E-5109-8079-C23E-A427500F4FD4}"/>
          </ac:spMkLst>
        </pc:spChg>
      </pc:sldChg>
      <pc:sldChg chg="modSp mod">
        <pc:chgData name="Leila Iñigo de la Cruz" userId="fae4ed0d-52e1-4e8b-ac73-77e0b7235c9a" providerId="ADAL" clId="{1E9E03C1-E5D4-4BEC-8EBD-C4DD5262B379}" dt="2026-09-22T09:29:53.116" v="151" actId="20577"/>
        <pc:sldMkLst>
          <pc:docMk/>
          <pc:sldMk cId="2570287448" sldId="315"/>
        </pc:sldMkLst>
        <pc:spChg chg="mod">
          <ac:chgData name="Leila Iñigo de la Cruz" userId="fae4ed0d-52e1-4e8b-ac73-77e0b7235c9a" providerId="ADAL" clId="{1E9E03C1-E5D4-4BEC-8EBD-C4DD5262B379}" dt="2026-09-22T09:29:30.718" v="104" actId="20577"/>
          <ac:spMkLst>
            <pc:docMk/>
            <pc:sldMk cId="2570287448" sldId="315"/>
            <ac:spMk id="2" creationId="{A66FE9C8-7F4E-1525-3ABA-7FE266D29972}"/>
          </ac:spMkLst>
        </pc:spChg>
        <pc:spChg chg="mod">
          <ac:chgData name="Leila Iñigo de la Cruz" userId="fae4ed0d-52e1-4e8b-ac73-77e0b7235c9a" providerId="ADAL" clId="{1E9E03C1-E5D4-4BEC-8EBD-C4DD5262B379}" dt="2026-09-22T09:29:53.116" v="151" actId="20577"/>
          <ac:spMkLst>
            <pc:docMk/>
            <pc:sldMk cId="2570287448" sldId="315"/>
            <ac:spMk id="5" creationId="{D2703D54-2225-958E-B357-BF76735C3623}"/>
          </ac:spMkLst>
        </pc:spChg>
      </pc:sldChg>
      <pc:sldChg chg="del">
        <pc:chgData name="Leila Iñigo de la Cruz" userId="fae4ed0d-52e1-4e8b-ac73-77e0b7235c9a" providerId="ADAL" clId="{1E9E03C1-E5D4-4BEC-8EBD-C4DD5262B379}" dt="2026-09-22T12:22:09.485" v="2236" actId="2696"/>
        <pc:sldMkLst>
          <pc:docMk/>
          <pc:sldMk cId="3218726059" sldId="317"/>
        </pc:sldMkLst>
      </pc:sldChg>
      <pc:sldChg chg="addSp delSp modSp mod">
        <pc:chgData name="Leila Iñigo de la Cruz" userId="fae4ed0d-52e1-4e8b-ac73-77e0b7235c9a" providerId="ADAL" clId="{1E9E03C1-E5D4-4BEC-8EBD-C4DD5262B379}" dt="2026-09-22T10:49:23.312" v="1332" actId="1076"/>
        <pc:sldMkLst>
          <pc:docMk/>
          <pc:sldMk cId="4140464500" sldId="319"/>
        </pc:sldMkLst>
        <pc:spChg chg="mod">
          <ac:chgData name="Leila Iñigo de la Cruz" userId="fae4ed0d-52e1-4e8b-ac73-77e0b7235c9a" providerId="ADAL" clId="{1E9E03C1-E5D4-4BEC-8EBD-C4DD5262B379}" dt="2026-09-22T09:44:11.510" v="1058" actId="1076"/>
          <ac:spMkLst>
            <pc:docMk/>
            <pc:sldMk cId="4140464500" sldId="319"/>
            <ac:spMk id="4" creationId="{032BA3FA-F7A7-41B3-4103-75C84FDEB8EF}"/>
          </ac:spMkLst>
        </pc:spChg>
        <pc:spChg chg="add mod">
          <ac:chgData name="Leila Iñigo de la Cruz" userId="fae4ed0d-52e1-4e8b-ac73-77e0b7235c9a" providerId="ADAL" clId="{1E9E03C1-E5D4-4BEC-8EBD-C4DD5262B379}" dt="2026-09-22T10:48:16.796" v="1255" actId="20577"/>
          <ac:spMkLst>
            <pc:docMk/>
            <pc:sldMk cId="4140464500" sldId="319"/>
            <ac:spMk id="5" creationId="{C4763459-4C41-054C-3B57-82CBBBD76F23}"/>
          </ac:spMkLst>
        </pc:spChg>
        <pc:spChg chg="del">
          <ac:chgData name="Leila Iñigo de la Cruz" userId="fae4ed0d-52e1-4e8b-ac73-77e0b7235c9a" providerId="ADAL" clId="{1E9E03C1-E5D4-4BEC-8EBD-C4DD5262B379}" dt="2026-09-22T09:42:19.987" v="942" actId="478"/>
          <ac:spMkLst>
            <pc:docMk/>
            <pc:sldMk cId="4140464500" sldId="319"/>
            <ac:spMk id="6" creationId="{DADF1D89-770A-FBDD-1401-96E3E4EE3446}"/>
          </ac:spMkLst>
        </pc:spChg>
        <pc:spChg chg="add del mod">
          <ac:chgData name="Leila Iñigo de la Cruz" userId="fae4ed0d-52e1-4e8b-ac73-77e0b7235c9a" providerId="ADAL" clId="{1E9E03C1-E5D4-4BEC-8EBD-C4DD5262B379}" dt="2026-09-22T10:47:24.363" v="1176" actId="478"/>
          <ac:spMkLst>
            <pc:docMk/>
            <pc:sldMk cId="4140464500" sldId="319"/>
            <ac:spMk id="7" creationId="{126CE5A1-D0E3-B8D8-1336-A4AEDF69BC0D}"/>
          </ac:spMkLst>
        </pc:spChg>
        <pc:spChg chg="add del mod">
          <ac:chgData name="Leila Iñigo de la Cruz" userId="fae4ed0d-52e1-4e8b-ac73-77e0b7235c9a" providerId="ADAL" clId="{1E9E03C1-E5D4-4BEC-8EBD-C4DD5262B379}" dt="2026-09-22T10:48:08.073" v="1227" actId="478"/>
          <ac:spMkLst>
            <pc:docMk/>
            <pc:sldMk cId="4140464500" sldId="319"/>
            <ac:spMk id="8" creationId="{831A3B25-261B-3118-0C38-A520CD32EA75}"/>
          </ac:spMkLst>
        </pc:spChg>
        <pc:spChg chg="add mod">
          <ac:chgData name="Leila Iñigo de la Cruz" userId="fae4ed0d-52e1-4e8b-ac73-77e0b7235c9a" providerId="ADAL" clId="{1E9E03C1-E5D4-4BEC-8EBD-C4DD5262B379}" dt="2026-09-22T10:49:23.312" v="1332" actId="1076"/>
          <ac:spMkLst>
            <pc:docMk/>
            <pc:sldMk cId="4140464500" sldId="319"/>
            <ac:spMk id="9" creationId="{DC74D897-EC22-E699-B9FC-0747835497DB}"/>
          </ac:spMkLst>
        </pc:spChg>
        <pc:grpChg chg="add del mod">
          <ac:chgData name="Leila Iñigo de la Cruz" userId="fae4ed0d-52e1-4e8b-ac73-77e0b7235c9a" providerId="ADAL" clId="{1E9E03C1-E5D4-4BEC-8EBD-C4DD5262B379}" dt="2026-09-22T10:46:39.832" v="1135" actId="478"/>
          <ac:grpSpMkLst>
            <pc:docMk/>
            <pc:sldMk cId="4140464500" sldId="319"/>
            <ac:grpSpMk id="2" creationId="{4F6F34A6-EE54-F3DC-E280-CCDB8909F2A7}"/>
          </ac:grpSpMkLst>
        </pc:grpChg>
        <pc:picChg chg="mod">
          <ac:chgData name="Leila Iñigo de la Cruz" userId="fae4ed0d-52e1-4e8b-ac73-77e0b7235c9a" providerId="ADAL" clId="{1E9E03C1-E5D4-4BEC-8EBD-C4DD5262B379}" dt="2026-09-22T09:43:52.399" v="1052" actId="1076"/>
          <ac:picMkLst>
            <pc:docMk/>
            <pc:sldMk cId="4140464500" sldId="319"/>
            <ac:picMk id="3" creationId="{C951C71D-CA1E-6CD9-A73D-E137E00E09F4}"/>
          </ac:picMkLst>
        </pc:picChg>
        <pc:picChg chg="del">
          <ac:chgData name="Leila Iñigo de la Cruz" userId="fae4ed0d-52e1-4e8b-ac73-77e0b7235c9a" providerId="ADAL" clId="{1E9E03C1-E5D4-4BEC-8EBD-C4DD5262B379}" dt="2026-09-22T09:42:21.435" v="943" actId="478"/>
          <ac:picMkLst>
            <pc:docMk/>
            <pc:sldMk cId="4140464500" sldId="319"/>
            <ac:picMk id="12" creationId="{AA58B922-FE3F-FE5E-CCAF-BF47DFC49D6D}"/>
          </ac:picMkLst>
        </pc:picChg>
      </pc:sldChg>
      <pc:sldChg chg="del">
        <pc:chgData name="Leila Iñigo de la Cruz" userId="fae4ed0d-52e1-4e8b-ac73-77e0b7235c9a" providerId="ADAL" clId="{1E9E03C1-E5D4-4BEC-8EBD-C4DD5262B379}" dt="2026-09-22T12:06:31.486" v="2084" actId="47"/>
        <pc:sldMkLst>
          <pc:docMk/>
          <pc:sldMk cId="3618825932" sldId="320"/>
        </pc:sldMkLst>
      </pc:sldChg>
      <pc:sldChg chg="addSp delSp modSp mod">
        <pc:chgData name="Leila Iñigo de la Cruz" userId="fae4ed0d-52e1-4e8b-ac73-77e0b7235c9a" providerId="ADAL" clId="{1E9E03C1-E5D4-4BEC-8EBD-C4DD5262B379}" dt="2026-09-22T12:16:05.210" v="2234" actId="1076"/>
        <pc:sldMkLst>
          <pc:docMk/>
          <pc:sldMk cId="2355097140" sldId="321"/>
        </pc:sldMkLst>
        <pc:spChg chg="add mod">
          <ac:chgData name="Leila Iñigo de la Cruz" userId="fae4ed0d-52e1-4e8b-ac73-77e0b7235c9a" providerId="ADAL" clId="{1E9E03C1-E5D4-4BEC-8EBD-C4DD5262B379}" dt="2026-09-22T12:16:05.210" v="2234" actId="1076"/>
          <ac:spMkLst>
            <pc:docMk/>
            <pc:sldMk cId="2355097140" sldId="321"/>
            <ac:spMk id="4" creationId="{376C5B03-8A77-6F6B-5936-AF40EF73CBFB}"/>
          </ac:spMkLst>
        </pc:spChg>
        <pc:spChg chg="mod">
          <ac:chgData name="Leila Iñigo de la Cruz" userId="fae4ed0d-52e1-4e8b-ac73-77e0b7235c9a" providerId="ADAL" clId="{1E9E03C1-E5D4-4BEC-8EBD-C4DD5262B379}" dt="2026-09-22T12:15:03.127" v="2215" actId="1076"/>
          <ac:spMkLst>
            <pc:docMk/>
            <pc:sldMk cId="2355097140" sldId="321"/>
            <ac:spMk id="5" creationId="{978CC4A1-A095-871F-063C-594177E65235}"/>
          </ac:spMkLst>
        </pc:spChg>
        <pc:spChg chg="del mod">
          <ac:chgData name="Leila Iñigo de la Cruz" userId="fae4ed0d-52e1-4e8b-ac73-77e0b7235c9a" providerId="ADAL" clId="{1E9E03C1-E5D4-4BEC-8EBD-C4DD5262B379}" dt="2026-09-22T12:15:20.173" v="2217" actId="478"/>
          <ac:spMkLst>
            <pc:docMk/>
            <pc:sldMk cId="2355097140" sldId="321"/>
            <ac:spMk id="6" creationId="{82874C50-A908-90D0-6413-EC0AB05EDC48}"/>
          </ac:spMkLst>
        </pc:spChg>
        <pc:spChg chg="add mod">
          <ac:chgData name="Leila Iñigo de la Cruz" userId="fae4ed0d-52e1-4e8b-ac73-77e0b7235c9a" providerId="ADAL" clId="{1E9E03C1-E5D4-4BEC-8EBD-C4DD5262B379}" dt="2026-09-22T12:16:01.583" v="2233" actId="1076"/>
          <ac:spMkLst>
            <pc:docMk/>
            <pc:sldMk cId="2355097140" sldId="321"/>
            <ac:spMk id="8" creationId="{B0BD1A7C-9D8C-4B69-05C0-CBA396FCCBBB}"/>
          </ac:spMkLst>
        </pc:spChg>
      </pc:sldChg>
      <pc:sldChg chg="del">
        <pc:chgData name="Leila Iñigo de la Cruz" userId="fae4ed0d-52e1-4e8b-ac73-77e0b7235c9a" providerId="ADAL" clId="{1E9E03C1-E5D4-4BEC-8EBD-C4DD5262B379}" dt="2026-09-22T12:22:02.670" v="2235" actId="2696"/>
        <pc:sldMkLst>
          <pc:docMk/>
          <pc:sldMk cId="340876911" sldId="322"/>
        </pc:sldMkLst>
      </pc:sldChg>
      <pc:sldChg chg="addSp delSp modSp mod modAnim">
        <pc:chgData name="Leila Iñigo de la Cruz" userId="fae4ed0d-52e1-4e8b-ac73-77e0b7235c9a" providerId="ADAL" clId="{1E9E03C1-E5D4-4BEC-8EBD-C4DD5262B379}" dt="2026-09-23T07:04:20.692" v="2237"/>
        <pc:sldMkLst>
          <pc:docMk/>
          <pc:sldMk cId="3584046850" sldId="327"/>
        </pc:sldMkLst>
        <pc:spChg chg="mod">
          <ac:chgData name="Leila Iñigo de la Cruz" userId="fae4ed0d-52e1-4e8b-ac73-77e0b7235c9a" providerId="ADAL" clId="{1E9E03C1-E5D4-4BEC-8EBD-C4DD5262B379}" dt="2026-09-22T09:30:17.007" v="166" actId="20577"/>
          <ac:spMkLst>
            <pc:docMk/>
            <pc:sldMk cId="3584046850" sldId="327"/>
            <ac:spMk id="2" creationId="{CB13C11E-DACC-294F-44E3-C30BC710E766}"/>
          </ac:spMkLst>
        </pc:spChg>
        <pc:spChg chg="add mod">
          <ac:chgData name="Leila Iñigo de la Cruz" userId="fae4ed0d-52e1-4e8b-ac73-77e0b7235c9a" providerId="ADAL" clId="{1E9E03C1-E5D4-4BEC-8EBD-C4DD5262B379}" dt="2026-09-22T09:34:20.259" v="312" actId="1076"/>
          <ac:spMkLst>
            <pc:docMk/>
            <pc:sldMk cId="3584046850" sldId="327"/>
            <ac:spMk id="3" creationId="{CD985BE9-3148-95B1-6746-11596E3E3418}"/>
          </ac:spMkLst>
        </pc:spChg>
        <pc:spChg chg="mod">
          <ac:chgData name="Leila Iñigo de la Cruz" userId="fae4ed0d-52e1-4e8b-ac73-77e0b7235c9a" providerId="ADAL" clId="{1E9E03C1-E5D4-4BEC-8EBD-C4DD5262B379}" dt="2026-09-22T09:30:23.155" v="167"/>
          <ac:spMkLst>
            <pc:docMk/>
            <pc:sldMk cId="3584046850" sldId="327"/>
            <ac:spMk id="5" creationId="{67BE1977-6F89-96B7-4425-E4B9F1345B6C}"/>
          </ac:spMkLst>
        </pc:spChg>
        <pc:spChg chg="del">
          <ac:chgData name="Leila Iñigo de la Cruz" userId="fae4ed0d-52e1-4e8b-ac73-77e0b7235c9a" providerId="ADAL" clId="{1E9E03C1-E5D4-4BEC-8EBD-C4DD5262B379}" dt="2026-09-22T09:33:29.431" v="295" actId="478"/>
          <ac:spMkLst>
            <pc:docMk/>
            <pc:sldMk cId="3584046850" sldId="327"/>
            <ac:spMk id="6" creationId="{2D69F743-7707-5E68-5D18-AADABD4A770E}"/>
          </ac:spMkLst>
        </pc:spChg>
        <pc:spChg chg="del">
          <ac:chgData name="Leila Iñigo de la Cruz" userId="fae4ed0d-52e1-4e8b-ac73-77e0b7235c9a" providerId="ADAL" clId="{1E9E03C1-E5D4-4BEC-8EBD-C4DD5262B379}" dt="2026-09-22T09:33:24.730" v="294" actId="478"/>
          <ac:spMkLst>
            <pc:docMk/>
            <pc:sldMk cId="3584046850" sldId="327"/>
            <ac:spMk id="10" creationId="{183F900B-B385-E14C-C3D2-9844F6946E8A}"/>
          </ac:spMkLst>
        </pc:spChg>
        <pc:spChg chg="add mod">
          <ac:chgData name="Leila Iñigo de la Cruz" userId="fae4ed0d-52e1-4e8b-ac73-77e0b7235c9a" providerId="ADAL" clId="{1E9E03C1-E5D4-4BEC-8EBD-C4DD5262B379}" dt="2026-09-22T09:34:12.539" v="310" actId="1076"/>
          <ac:spMkLst>
            <pc:docMk/>
            <pc:sldMk cId="3584046850" sldId="327"/>
            <ac:spMk id="12" creationId="{51CCDE69-6183-766A-B6CE-D1C523D96C7A}"/>
          </ac:spMkLst>
        </pc:spChg>
        <pc:spChg chg="del">
          <ac:chgData name="Leila Iñigo de la Cruz" userId="fae4ed0d-52e1-4e8b-ac73-77e0b7235c9a" providerId="ADAL" clId="{1E9E03C1-E5D4-4BEC-8EBD-C4DD5262B379}" dt="2026-09-22T09:33:24.730" v="294" actId="478"/>
          <ac:spMkLst>
            <pc:docMk/>
            <pc:sldMk cId="3584046850" sldId="327"/>
            <ac:spMk id="13" creationId="{1207B780-0BB8-A05D-9CDF-605F458B1F82}"/>
          </ac:spMkLst>
        </pc:spChg>
        <pc:spChg chg="add mod">
          <ac:chgData name="Leila Iñigo de la Cruz" userId="fae4ed0d-52e1-4e8b-ac73-77e0b7235c9a" providerId="ADAL" clId="{1E9E03C1-E5D4-4BEC-8EBD-C4DD5262B379}" dt="2026-09-22T09:34:14.944" v="311" actId="1076"/>
          <ac:spMkLst>
            <pc:docMk/>
            <pc:sldMk cId="3584046850" sldId="327"/>
            <ac:spMk id="15" creationId="{8FA7C9D2-5A5A-8254-578D-34726A766271}"/>
          </ac:spMkLst>
        </pc:spChg>
        <pc:spChg chg="del">
          <ac:chgData name="Leila Iñigo de la Cruz" userId="fae4ed0d-52e1-4e8b-ac73-77e0b7235c9a" providerId="ADAL" clId="{1E9E03C1-E5D4-4BEC-8EBD-C4DD5262B379}" dt="2026-09-22T09:33:24.730" v="294" actId="478"/>
          <ac:spMkLst>
            <pc:docMk/>
            <pc:sldMk cId="3584046850" sldId="327"/>
            <ac:spMk id="16" creationId="{D071F3AA-B98D-D2ED-FCCC-1FC97AAE7612}"/>
          </ac:spMkLst>
        </pc:spChg>
        <pc:spChg chg="del">
          <ac:chgData name="Leila Iñigo de la Cruz" userId="fae4ed0d-52e1-4e8b-ac73-77e0b7235c9a" providerId="ADAL" clId="{1E9E03C1-E5D4-4BEC-8EBD-C4DD5262B379}" dt="2026-09-22T09:33:29.431" v="295" actId="478"/>
          <ac:spMkLst>
            <pc:docMk/>
            <pc:sldMk cId="3584046850" sldId="327"/>
            <ac:spMk id="19" creationId="{6628DD1A-A7DB-82B0-1C08-66DA1E088ED1}"/>
          </ac:spMkLst>
        </pc:spChg>
        <pc:spChg chg="del">
          <ac:chgData name="Leila Iñigo de la Cruz" userId="fae4ed0d-52e1-4e8b-ac73-77e0b7235c9a" providerId="ADAL" clId="{1E9E03C1-E5D4-4BEC-8EBD-C4DD5262B379}" dt="2026-09-22T09:33:29.431" v="295" actId="478"/>
          <ac:spMkLst>
            <pc:docMk/>
            <pc:sldMk cId="3584046850" sldId="327"/>
            <ac:spMk id="24" creationId="{9E67BC49-259E-2781-D738-4352E6A6E3CE}"/>
          </ac:spMkLst>
        </pc:spChg>
        <pc:spChg chg="del">
          <ac:chgData name="Leila Iñigo de la Cruz" userId="fae4ed0d-52e1-4e8b-ac73-77e0b7235c9a" providerId="ADAL" clId="{1E9E03C1-E5D4-4BEC-8EBD-C4DD5262B379}" dt="2026-09-22T09:33:24.730" v="294" actId="478"/>
          <ac:spMkLst>
            <pc:docMk/>
            <pc:sldMk cId="3584046850" sldId="327"/>
            <ac:spMk id="36" creationId="{E359FF01-DDDC-B637-64E6-9102FCFD800A}"/>
          </ac:spMkLst>
        </pc:spChg>
        <pc:spChg chg="del">
          <ac:chgData name="Leila Iñigo de la Cruz" userId="fae4ed0d-52e1-4e8b-ac73-77e0b7235c9a" providerId="ADAL" clId="{1E9E03C1-E5D4-4BEC-8EBD-C4DD5262B379}" dt="2026-09-22T09:33:24.730" v="294" actId="478"/>
          <ac:spMkLst>
            <pc:docMk/>
            <pc:sldMk cId="3584046850" sldId="327"/>
            <ac:spMk id="38" creationId="{50A575B1-E54D-5675-FEB2-1C98CC21C9AF}"/>
          </ac:spMkLst>
        </pc:spChg>
        <pc:spChg chg="del">
          <ac:chgData name="Leila Iñigo de la Cruz" userId="fae4ed0d-52e1-4e8b-ac73-77e0b7235c9a" providerId="ADAL" clId="{1E9E03C1-E5D4-4BEC-8EBD-C4DD5262B379}" dt="2026-09-22T09:33:24.730" v="294" actId="478"/>
          <ac:spMkLst>
            <pc:docMk/>
            <pc:sldMk cId="3584046850" sldId="327"/>
            <ac:spMk id="41" creationId="{F0B7D6F9-1C45-CB97-AE6B-9A3F43400EAA}"/>
          </ac:spMkLst>
        </pc:spChg>
        <pc:spChg chg="del">
          <ac:chgData name="Leila Iñigo de la Cruz" userId="fae4ed0d-52e1-4e8b-ac73-77e0b7235c9a" providerId="ADAL" clId="{1E9E03C1-E5D4-4BEC-8EBD-C4DD5262B379}" dt="2026-09-22T09:33:29.431" v="295" actId="478"/>
          <ac:spMkLst>
            <pc:docMk/>
            <pc:sldMk cId="3584046850" sldId="327"/>
            <ac:spMk id="43" creationId="{58BEB0CF-A49B-B861-9EF9-B502A572826C}"/>
          </ac:spMkLst>
        </pc:spChg>
        <pc:cxnChg chg="del">
          <ac:chgData name="Leila Iñigo de la Cruz" userId="fae4ed0d-52e1-4e8b-ac73-77e0b7235c9a" providerId="ADAL" clId="{1E9E03C1-E5D4-4BEC-8EBD-C4DD5262B379}" dt="2026-09-22T09:33:24.730" v="294" actId="478"/>
          <ac:cxnSpMkLst>
            <pc:docMk/>
            <pc:sldMk cId="3584046850" sldId="327"/>
            <ac:cxnSpMk id="4" creationId="{E9AE6510-7BD7-7CF2-D7E2-D13FABE9D550}"/>
          </ac:cxnSpMkLst>
        </pc:cxnChg>
        <pc:cxnChg chg="del">
          <ac:chgData name="Leila Iñigo de la Cruz" userId="fae4ed0d-52e1-4e8b-ac73-77e0b7235c9a" providerId="ADAL" clId="{1E9E03C1-E5D4-4BEC-8EBD-C4DD5262B379}" dt="2026-09-22T09:33:24.730" v="294" actId="478"/>
          <ac:cxnSpMkLst>
            <pc:docMk/>
            <pc:sldMk cId="3584046850" sldId="327"/>
            <ac:cxnSpMk id="9" creationId="{5217DF65-B70E-3780-3A49-58234AC3F2A0}"/>
          </ac:cxnSpMkLst>
        </pc:cxnChg>
        <pc:cxnChg chg="del mod">
          <ac:chgData name="Leila Iñigo de la Cruz" userId="fae4ed0d-52e1-4e8b-ac73-77e0b7235c9a" providerId="ADAL" clId="{1E9E03C1-E5D4-4BEC-8EBD-C4DD5262B379}" dt="2026-09-22T09:33:29.431" v="295" actId="478"/>
          <ac:cxnSpMkLst>
            <pc:docMk/>
            <pc:sldMk cId="3584046850" sldId="327"/>
            <ac:cxnSpMk id="21" creationId="{569CBD72-F8B5-D537-7709-74ACE425ACD5}"/>
          </ac:cxnSpMkLst>
        </pc:cxnChg>
        <pc:cxnChg chg="del mod">
          <ac:chgData name="Leila Iñigo de la Cruz" userId="fae4ed0d-52e1-4e8b-ac73-77e0b7235c9a" providerId="ADAL" clId="{1E9E03C1-E5D4-4BEC-8EBD-C4DD5262B379}" dt="2026-09-22T09:33:37.197" v="300" actId="478"/>
          <ac:cxnSpMkLst>
            <pc:docMk/>
            <pc:sldMk cId="3584046850" sldId="327"/>
            <ac:cxnSpMk id="26" creationId="{926A2819-4E11-EF6C-81EF-ECFCD4C1A05E}"/>
          </ac:cxnSpMkLst>
        </pc:cxnChg>
        <pc:cxnChg chg="del mod">
          <ac:chgData name="Leila Iñigo de la Cruz" userId="fae4ed0d-52e1-4e8b-ac73-77e0b7235c9a" providerId="ADAL" clId="{1E9E03C1-E5D4-4BEC-8EBD-C4DD5262B379}" dt="2026-09-22T09:33:36.738" v="299" actId="478"/>
          <ac:cxnSpMkLst>
            <pc:docMk/>
            <pc:sldMk cId="3584046850" sldId="327"/>
            <ac:cxnSpMk id="28" creationId="{38EEB46A-375F-8BFC-B7F5-6B34AE35FDE4}"/>
          </ac:cxnSpMkLst>
        </pc:cxnChg>
        <pc:cxnChg chg="del mod">
          <ac:chgData name="Leila Iñigo de la Cruz" userId="fae4ed0d-52e1-4e8b-ac73-77e0b7235c9a" providerId="ADAL" clId="{1E9E03C1-E5D4-4BEC-8EBD-C4DD5262B379}" dt="2026-09-22T09:33:35.987" v="298" actId="478"/>
          <ac:cxnSpMkLst>
            <pc:docMk/>
            <pc:sldMk cId="3584046850" sldId="327"/>
            <ac:cxnSpMk id="30" creationId="{0BE47C2E-63BC-DD75-1EE5-BF0B28481AD6}"/>
          </ac:cxnSpMkLst>
        </pc:cxnChg>
        <pc:cxnChg chg="del mod">
          <ac:chgData name="Leila Iñigo de la Cruz" userId="fae4ed0d-52e1-4e8b-ac73-77e0b7235c9a" providerId="ADAL" clId="{1E9E03C1-E5D4-4BEC-8EBD-C4DD5262B379}" dt="2026-09-22T09:33:34.546" v="296" actId="478"/>
          <ac:cxnSpMkLst>
            <pc:docMk/>
            <pc:sldMk cId="3584046850" sldId="327"/>
            <ac:cxnSpMk id="32" creationId="{091E9EBA-30A3-8D67-5F03-6D28EEF640BD}"/>
          </ac:cxnSpMkLst>
        </pc:cxnChg>
        <pc:cxnChg chg="del mod">
          <ac:chgData name="Leila Iñigo de la Cruz" userId="fae4ed0d-52e1-4e8b-ac73-77e0b7235c9a" providerId="ADAL" clId="{1E9E03C1-E5D4-4BEC-8EBD-C4DD5262B379}" dt="2026-09-22T09:33:35.120" v="297" actId="478"/>
          <ac:cxnSpMkLst>
            <pc:docMk/>
            <pc:sldMk cId="3584046850" sldId="327"/>
            <ac:cxnSpMk id="34" creationId="{407610AF-1CF5-05A0-F2DF-7DF81EAB4B40}"/>
          </ac:cxnSpMkLst>
        </pc:cxnChg>
      </pc:sldChg>
      <pc:sldChg chg="del">
        <pc:chgData name="Leila Iñigo de la Cruz" userId="fae4ed0d-52e1-4e8b-ac73-77e0b7235c9a" providerId="ADAL" clId="{1E9E03C1-E5D4-4BEC-8EBD-C4DD5262B379}" dt="2026-09-22T12:22:09.485" v="2236" actId="2696"/>
        <pc:sldMkLst>
          <pc:docMk/>
          <pc:sldMk cId="1149832908" sldId="328"/>
        </pc:sldMkLst>
      </pc:sldChg>
      <pc:sldChg chg="addSp delSp modSp add mod delAnim modAnim">
        <pc:chgData name="Leila Iñigo de la Cruz" userId="fae4ed0d-52e1-4e8b-ac73-77e0b7235c9a" providerId="ADAL" clId="{1E9E03C1-E5D4-4BEC-8EBD-C4DD5262B379}" dt="2026-09-23T07:05:13.772" v="2242"/>
        <pc:sldMkLst>
          <pc:docMk/>
          <pc:sldMk cId="3670711026" sldId="329"/>
        </pc:sldMkLst>
        <pc:spChg chg="del">
          <ac:chgData name="Leila Iñigo de la Cruz" userId="fae4ed0d-52e1-4e8b-ac73-77e0b7235c9a" providerId="ADAL" clId="{1E9E03C1-E5D4-4BEC-8EBD-C4DD5262B379}" dt="2026-09-22T09:34:28.893" v="315" actId="478"/>
          <ac:spMkLst>
            <pc:docMk/>
            <pc:sldMk cId="3670711026" sldId="329"/>
            <ac:spMk id="3" creationId="{B0475BB4-D1CF-303A-60C9-DF1524A90C8C}"/>
          </ac:spMkLst>
        </pc:spChg>
        <pc:spChg chg="del">
          <ac:chgData name="Leila Iñigo de la Cruz" userId="fae4ed0d-52e1-4e8b-ac73-77e0b7235c9a" providerId="ADAL" clId="{1E9E03C1-E5D4-4BEC-8EBD-C4DD5262B379}" dt="2026-09-22T09:36:28.484" v="438" actId="478"/>
          <ac:spMkLst>
            <pc:docMk/>
            <pc:sldMk cId="3670711026" sldId="329"/>
            <ac:spMk id="5" creationId="{C41C08D6-1A3D-5D60-1630-2DEF5D6D6F1B}"/>
          </ac:spMkLst>
        </pc:spChg>
        <pc:spChg chg="del">
          <ac:chgData name="Leila Iñigo de la Cruz" userId="fae4ed0d-52e1-4e8b-ac73-77e0b7235c9a" providerId="ADAL" clId="{1E9E03C1-E5D4-4BEC-8EBD-C4DD5262B379}" dt="2026-09-22T09:37:00.789" v="450" actId="478"/>
          <ac:spMkLst>
            <pc:docMk/>
            <pc:sldMk cId="3670711026" sldId="329"/>
            <ac:spMk id="6" creationId="{6EEE4EDE-DC11-7876-B13D-A40F89E41FF8}"/>
          </ac:spMkLst>
        </pc:spChg>
        <pc:spChg chg="del">
          <ac:chgData name="Leila Iñigo de la Cruz" userId="fae4ed0d-52e1-4e8b-ac73-77e0b7235c9a" providerId="ADAL" clId="{1E9E03C1-E5D4-4BEC-8EBD-C4DD5262B379}" dt="2026-09-22T09:36:57.597" v="446" actId="478"/>
          <ac:spMkLst>
            <pc:docMk/>
            <pc:sldMk cId="3670711026" sldId="329"/>
            <ac:spMk id="10" creationId="{B00C3442-B199-4FC0-01D3-40F9D2008AF3}"/>
          </ac:spMkLst>
        </pc:spChg>
        <pc:spChg chg="add mod">
          <ac:chgData name="Leila Iñigo de la Cruz" userId="fae4ed0d-52e1-4e8b-ac73-77e0b7235c9a" providerId="ADAL" clId="{1E9E03C1-E5D4-4BEC-8EBD-C4DD5262B379}" dt="2026-09-23T07:04:44.112" v="2239" actId="20577"/>
          <ac:spMkLst>
            <pc:docMk/>
            <pc:sldMk cId="3670711026" sldId="329"/>
            <ac:spMk id="11" creationId="{DBC4E06D-C387-B684-CBE0-DD6FDE38A137}"/>
          </ac:spMkLst>
        </pc:spChg>
        <pc:spChg chg="del">
          <ac:chgData name="Leila Iñigo de la Cruz" userId="fae4ed0d-52e1-4e8b-ac73-77e0b7235c9a" providerId="ADAL" clId="{1E9E03C1-E5D4-4BEC-8EBD-C4DD5262B379}" dt="2026-09-22T09:34:25.366" v="313" actId="478"/>
          <ac:spMkLst>
            <pc:docMk/>
            <pc:sldMk cId="3670711026" sldId="329"/>
            <ac:spMk id="12" creationId="{F9F6D391-3C6E-259E-D488-6FB4A2B4BC78}"/>
          </ac:spMkLst>
        </pc:spChg>
        <pc:spChg chg="del">
          <ac:chgData name="Leila Iñigo de la Cruz" userId="fae4ed0d-52e1-4e8b-ac73-77e0b7235c9a" providerId="ADAL" clId="{1E9E03C1-E5D4-4BEC-8EBD-C4DD5262B379}" dt="2026-09-22T09:36:57.597" v="446" actId="478"/>
          <ac:spMkLst>
            <pc:docMk/>
            <pc:sldMk cId="3670711026" sldId="329"/>
            <ac:spMk id="13" creationId="{20B77297-F50D-00F3-0424-AC4D20A23DFE}"/>
          </ac:spMkLst>
        </pc:spChg>
        <pc:spChg chg="add mod">
          <ac:chgData name="Leila Iñigo de la Cruz" userId="fae4ed0d-52e1-4e8b-ac73-77e0b7235c9a" providerId="ADAL" clId="{1E9E03C1-E5D4-4BEC-8EBD-C4DD5262B379}" dt="2026-09-22T09:56:14.801" v="1089" actId="20577"/>
          <ac:spMkLst>
            <pc:docMk/>
            <pc:sldMk cId="3670711026" sldId="329"/>
            <ac:spMk id="14" creationId="{28B160A1-E28E-A999-65E5-97D8060195C0}"/>
          </ac:spMkLst>
        </pc:spChg>
        <pc:spChg chg="del">
          <ac:chgData name="Leila Iñigo de la Cruz" userId="fae4ed0d-52e1-4e8b-ac73-77e0b7235c9a" providerId="ADAL" clId="{1E9E03C1-E5D4-4BEC-8EBD-C4DD5262B379}" dt="2026-09-22T09:34:26.605" v="314" actId="478"/>
          <ac:spMkLst>
            <pc:docMk/>
            <pc:sldMk cId="3670711026" sldId="329"/>
            <ac:spMk id="15" creationId="{CE698DAD-8A5D-4EFF-1AA3-B7A6005D3528}"/>
          </ac:spMkLst>
        </pc:spChg>
        <pc:spChg chg="del">
          <ac:chgData name="Leila Iñigo de la Cruz" userId="fae4ed0d-52e1-4e8b-ac73-77e0b7235c9a" providerId="ADAL" clId="{1E9E03C1-E5D4-4BEC-8EBD-C4DD5262B379}" dt="2026-09-22T09:36:57.597" v="446" actId="478"/>
          <ac:spMkLst>
            <pc:docMk/>
            <pc:sldMk cId="3670711026" sldId="329"/>
            <ac:spMk id="16" creationId="{8C763731-0A1F-814A-DEAC-0F8F62C6845D}"/>
          </ac:spMkLst>
        </pc:spChg>
        <pc:spChg chg="add mod">
          <ac:chgData name="Leila Iñigo de la Cruz" userId="fae4ed0d-52e1-4e8b-ac73-77e0b7235c9a" providerId="ADAL" clId="{1E9E03C1-E5D4-4BEC-8EBD-C4DD5262B379}" dt="2026-09-22T09:57:21.373" v="1134" actId="1076"/>
          <ac:spMkLst>
            <pc:docMk/>
            <pc:sldMk cId="3670711026" sldId="329"/>
            <ac:spMk id="17" creationId="{8EA1A8F4-60D4-6434-CC58-56441DBD0E96}"/>
          </ac:spMkLst>
        </pc:spChg>
        <pc:spChg chg="del">
          <ac:chgData name="Leila Iñigo de la Cruz" userId="fae4ed0d-52e1-4e8b-ac73-77e0b7235c9a" providerId="ADAL" clId="{1E9E03C1-E5D4-4BEC-8EBD-C4DD5262B379}" dt="2026-09-22T09:37:00.217" v="449" actId="478"/>
          <ac:spMkLst>
            <pc:docMk/>
            <pc:sldMk cId="3670711026" sldId="329"/>
            <ac:spMk id="19" creationId="{7E34F55F-EBDA-E918-EBCC-9D2FCDF8AD9F}"/>
          </ac:spMkLst>
        </pc:spChg>
        <pc:spChg chg="del">
          <ac:chgData name="Leila Iñigo de la Cruz" userId="fae4ed0d-52e1-4e8b-ac73-77e0b7235c9a" providerId="ADAL" clId="{1E9E03C1-E5D4-4BEC-8EBD-C4DD5262B379}" dt="2026-09-22T09:37:01.888" v="451" actId="478"/>
          <ac:spMkLst>
            <pc:docMk/>
            <pc:sldMk cId="3670711026" sldId="329"/>
            <ac:spMk id="24" creationId="{CA3DA4B9-E72F-3AA8-AF54-A9E79AA96735}"/>
          </ac:spMkLst>
        </pc:spChg>
        <pc:spChg chg="del">
          <ac:chgData name="Leila Iñigo de la Cruz" userId="fae4ed0d-52e1-4e8b-ac73-77e0b7235c9a" providerId="ADAL" clId="{1E9E03C1-E5D4-4BEC-8EBD-C4DD5262B379}" dt="2026-09-22T09:36:57.597" v="446" actId="478"/>
          <ac:spMkLst>
            <pc:docMk/>
            <pc:sldMk cId="3670711026" sldId="329"/>
            <ac:spMk id="36" creationId="{2BF6BB7B-5432-D001-E215-42DF6B4278E9}"/>
          </ac:spMkLst>
        </pc:spChg>
        <pc:spChg chg="del">
          <ac:chgData name="Leila Iñigo de la Cruz" userId="fae4ed0d-52e1-4e8b-ac73-77e0b7235c9a" providerId="ADAL" clId="{1E9E03C1-E5D4-4BEC-8EBD-C4DD5262B379}" dt="2026-09-22T09:36:57.597" v="446" actId="478"/>
          <ac:spMkLst>
            <pc:docMk/>
            <pc:sldMk cId="3670711026" sldId="329"/>
            <ac:spMk id="38" creationId="{EA72EC0A-D5D8-9203-AC7C-4BFBD5926A75}"/>
          </ac:spMkLst>
        </pc:spChg>
        <pc:spChg chg="del">
          <ac:chgData name="Leila Iñigo de la Cruz" userId="fae4ed0d-52e1-4e8b-ac73-77e0b7235c9a" providerId="ADAL" clId="{1E9E03C1-E5D4-4BEC-8EBD-C4DD5262B379}" dt="2026-09-22T09:36:57.597" v="446" actId="478"/>
          <ac:spMkLst>
            <pc:docMk/>
            <pc:sldMk cId="3670711026" sldId="329"/>
            <ac:spMk id="41" creationId="{B5847BB7-251A-D42F-3B17-FAF11B516255}"/>
          </ac:spMkLst>
        </pc:spChg>
        <pc:spChg chg="del mod">
          <ac:chgData name="Leila Iñigo de la Cruz" userId="fae4ed0d-52e1-4e8b-ac73-77e0b7235c9a" providerId="ADAL" clId="{1E9E03C1-E5D4-4BEC-8EBD-C4DD5262B379}" dt="2026-09-22T09:36:59.740" v="448" actId="478"/>
          <ac:spMkLst>
            <pc:docMk/>
            <pc:sldMk cId="3670711026" sldId="329"/>
            <ac:spMk id="43" creationId="{39046CC4-D9FD-EE0E-EB63-D8BFD622FF4C}"/>
          </ac:spMkLst>
        </pc:spChg>
        <pc:cxnChg chg="del">
          <ac:chgData name="Leila Iñigo de la Cruz" userId="fae4ed0d-52e1-4e8b-ac73-77e0b7235c9a" providerId="ADAL" clId="{1E9E03C1-E5D4-4BEC-8EBD-C4DD5262B379}" dt="2026-09-22T09:36:57.597" v="446" actId="478"/>
          <ac:cxnSpMkLst>
            <pc:docMk/>
            <pc:sldMk cId="3670711026" sldId="329"/>
            <ac:cxnSpMk id="4" creationId="{FA5AEE6A-4FED-35A6-D5D9-FC50076DA959}"/>
          </ac:cxnSpMkLst>
        </pc:cxnChg>
        <pc:cxnChg chg="del">
          <ac:chgData name="Leila Iñigo de la Cruz" userId="fae4ed0d-52e1-4e8b-ac73-77e0b7235c9a" providerId="ADAL" clId="{1E9E03C1-E5D4-4BEC-8EBD-C4DD5262B379}" dt="2026-09-22T09:36:57.597" v="446" actId="478"/>
          <ac:cxnSpMkLst>
            <pc:docMk/>
            <pc:sldMk cId="3670711026" sldId="329"/>
            <ac:cxnSpMk id="7" creationId="{D312CBFA-4505-5B29-44C0-61D4CEE21AE7}"/>
          </ac:cxnSpMkLst>
        </pc:cxnChg>
        <pc:cxnChg chg="del">
          <ac:chgData name="Leila Iñigo de la Cruz" userId="fae4ed0d-52e1-4e8b-ac73-77e0b7235c9a" providerId="ADAL" clId="{1E9E03C1-E5D4-4BEC-8EBD-C4DD5262B379}" dt="2026-09-22T09:36:57.597" v="446" actId="478"/>
          <ac:cxnSpMkLst>
            <pc:docMk/>
            <pc:sldMk cId="3670711026" sldId="329"/>
            <ac:cxnSpMk id="8" creationId="{B61303A2-F999-D127-55C6-A2FC5EAB2FF1}"/>
          </ac:cxnSpMkLst>
        </pc:cxnChg>
        <pc:cxnChg chg="del">
          <ac:chgData name="Leila Iñigo de la Cruz" userId="fae4ed0d-52e1-4e8b-ac73-77e0b7235c9a" providerId="ADAL" clId="{1E9E03C1-E5D4-4BEC-8EBD-C4DD5262B379}" dt="2026-09-22T09:36:57.597" v="446" actId="478"/>
          <ac:cxnSpMkLst>
            <pc:docMk/>
            <pc:sldMk cId="3670711026" sldId="329"/>
            <ac:cxnSpMk id="9" creationId="{BA1B10F8-4534-2356-E1EB-2F3C05BCD631}"/>
          </ac:cxnSpMkLst>
        </pc:cxnChg>
        <pc:cxnChg chg="del mod">
          <ac:chgData name="Leila Iñigo de la Cruz" userId="fae4ed0d-52e1-4e8b-ac73-77e0b7235c9a" providerId="ADAL" clId="{1E9E03C1-E5D4-4BEC-8EBD-C4DD5262B379}" dt="2026-09-22T09:36:47.147" v="445" actId="478"/>
          <ac:cxnSpMkLst>
            <pc:docMk/>
            <pc:sldMk cId="3670711026" sldId="329"/>
            <ac:cxnSpMk id="26" creationId="{23A6B45A-3FF9-C6B9-68DD-AC02BECC2507}"/>
          </ac:cxnSpMkLst>
        </pc:cxnChg>
        <pc:cxnChg chg="del mod">
          <ac:chgData name="Leila Iñigo de la Cruz" userId="fae4ed0d-52e1-4e8b-ac73-77e0b7235c9a" providerId="ADAL" clId="{1E9E03C1-E5D4-4BEC-8EBD-C4DD5262B379}" dt="2026-09-22T09:36:46.628" v="444" actId="478"/>
          <ac:cxnSpMkLst>
            <pc:docMk/>
            <pc:sldMk cId="3670711026" sldId="329"/>
            <ac:cxnSpMk id="28" creationId="{5067DD13-BD4D-26B0-0E6D-44565C0866CC}"/>
          </ac:cxnSpMkLst>
        </pc:cxnChg>
        <pc:cxnChg chg="del mod">
          <ac:chgData name="Leila Iñigo de la Cruz" userId="fae4ed0d-52e1-4e8b-ac73-77e0b7235c9a" providerId="ADAL" clId="{1E9E03C1-E5D4-4BEC-8EBD-C4DD5262B379}" dt="2026-09-22T09:36:43.435" v="441" actId="21"/>
          <ac:cxnSpMkLst>
            <pc:docMk/>
            <pc:sldMk cId="3670711026" sldId="329"/>
            <ac:cxnSpMk id="30" creationId="{ACA75C71-15D6-152F-F81C-D194FEEE52BD}"/>
          </ac:cxnSpMkLst>
        </pc:cxnChg>
        <pc:cxnChg chg="del mod">
          <ac:chgData name="Leila Iñigo de la Cruz" userId="fae4ed0d-52e1-4e8b-ac73-77e0b7235c9a" providerId="ADAL" clId="{1E9E03C1-E5D4-4BEC-8EBD-C4DD5262B379}" dt="2026-09-22T09:36:46.097" v="443" actId="478"/>
          <ac:cxnSpMkLst>
            <pc:docMk/>
            <pc:sldMk cId="3670711026" sldId="329"/>
            <ac:cxnSpMk id="32" creationId="{CD213AAC-CA77-2BDB-259E-D682826A1379}"/>
          </ac:cxnSpMkLst>
        </pc:cxnChg>
        <pc:cxnChg chg="del mod">
          <ac:chgData name="Leila Iñigo de la Cruz" userId="fae4ed0d-52e1-4e8b-ac73-77e0b7235c9a" providerId="ADAL" clId="{1E9E03C1-E5D4-4BEC-8EBD-C4DD5262B379}" dt="2026-09-22T09:36:45.286" v="442" actId="478"/>
          <ac:cxnSpMkLst>
            <pc:docMk/>
            <pc:sldMk cId="3670711026" sldId="329"/>
            <ac:cxnSpMk id="34" creationId="{BE825263-5241-0924-3FF6-6B4EE40C63DD}"/>
          </ac:cxnSpMkLst>
        </pc:cxnChg>
      </pc:sldChg>
      <pc:sldChg chg="addSp delSp modSp add mod modAnim modNotesTx">
        <pc:chgData name="Leila Iñigo de la Cruz" userId="fae4ed0d-52e1-4e8b-ac73-77e0b7235c9a" providerId="ADAL" clId="{1E9E03C1-E5D4-4BEC-8EBD-C4DD5262B379}" dt="2026-09-23T07:06:34.281" v="2347" actId="20577"/>
        <pc:sldMkLst>
          <pc:docMk/>
          <pc:sldMk cId="2954123681" sldId="330"/>
        </pc:sldMkLst>
        <pc:spChg chg="add mod">
          <ac:chgData name="Leila Iñigo de la Cruz" userId="fae4ed0d-52e1-4e8b-ac73-77e0b7235c9a" providerId="ADAL" clId="{1E9E03C1-E5D4-4BEC-8EBD-C4DD5262B379}" dt="2026-09-22T11:21:05.589" v="1627" actId="555"/>
          <ac:spMkLst>
            <pc:docMk/>
            <pc:sldMk cId="2954123681" sldId="330"/>
            <ac:spMk id="2" creationId="{1E80CC07-E7B8-404F-C38D-ACFD296BADAF}"/>
          </ac:spMkLst>
        </pc:spChg>
        <pc:spChg chg="add mod">
          <ac:chgData name="Leila Iñigo de la Cruz" userId="fae4ed0d-52e1-4e8b-ac73-77e0b7235c9a" providerId="ADAL" clId="{1E9E03C1-E5D4-4BEC-8EBD-C4DD5262B379}" dt="2026-09-22T11:21:05.589" v="1627" actId="555"/>
          <ac:spMkLst>
            <pc:docMk/>
            <pc:sldMk cId="2954123681" sldId="330"/>
            <ac:spMk id="4" creationId="{ADEDFB1D-9E25-FC9C-89D8-3DA8B1854F79}"/>
          </ac:spMkLst>
        </pc:spChg>
        <pc:spChg chg="add mod">
          <ac:chgData name="Leila Iñigo de la Cruz" userId="fae4ed0d-52e1-4e8b-ac73-77e0b7235c9a" providerId="ADAL" clId="{1E9E03C1-E5D4-4BEC-8EBD-C4DD5262B379}" dt="2026-09-22T11:21:05.589" v="1627" actId="555"/>
          <ac:spMkLst>
            <pc:docMk/>
            <pc:sldMk cId="2954123681" sldId="330"/>
            <ac:spMk id="7" creationId="{C7B5788D-1D20-1CFA-E9A2-14C1B6497C7C}"/>
          </ac:spMkLst>
        </pc:spChg>
        <pc:spChg chg="add del mod">
          <ac:chgData name="Leila Iñigo de la Cruz" userId="fae4ed0d-52e1-4e8b-ac73-77e0b7235c9a" providerId="ADAL" clId="{1E9E03C1-E5D4-4BEC-8EBD-C4DD5262B379}" dt="2026-09-22T11:05:29.845" v="1547"/>
          <ac:spMkLst>
            <pc:docMk/>
            <pc:sldMk cId="2954123681" sldId="330"/>
            <ac:spMk id="9" creationId="{51FDAA27-7D30-9750-440F-8611BD50EBFA}"/>
          </ac:spMkLst>
        </pc:spChg>
        <pc:spChg chg="add mod">
          <ac:chgData name="Leila Iñigo de la Cruz" userId="fae4ed0d-52e1-4e8b-ac73-77e0b7235c9a" providerId="ADAL" clId="{1E9E03C1-E5D4-4BEC-8EBD-C4DD5262B379}" dt="2026-09-22T11:21:05.589" v="1627" actId="555"/>
          <ac:spMkLst>
            <pc:docMk/>
            <pc:sldMk cId="2954123681" sldId="330"/>
            <ac:spMk id="10" creationId="{FD640E86-A5F2-1FE0-FE27-95C3D334A53F}"/>
          </ac:spMkLst>
        </pc:spChg>
        <pc:spChg chg="add mod">
          <ac:chgData name="Leila Iñigo de la Cruz" userId="fae4ed0d-52e1-4e8b-ac73-77e0b7235c9a" providerId="ADAL" clId="{1E9E03C1-E5D4-4BEC-8EBD-C4DD5262B379}" dt="2026-09-22T11:21:05.589" v="1627" actId="555"/>
          <ac:spMkLst>
            <pc:docMk/>
            <pc:sldMk cId="2954123681" sldId="330"/>
            <ac:spMk id="12" creationId="{90FA5AF3-7D2B-F87A-A0B7-A28E194DDE06}"/>
          </ac:spMkLst>
        </pc:spChg>
        <pc:spChg chg="add mod">
          <ac:chgData name="Leila Iñigo de la Cruz" userId="fae4ed0d-52e1-4e8b-ac73-77e0b7235c9a" providerId="ADAL" clId="{1E9E03C1-E5D4-4BEC-8EBD-C4DD5262B379}" dt="2026-09-22T11:05:41.660" v="1549" actId="1076"/>
          <ac:spMkLst>
            <pc:docMk/>
            <pc:sldMk cId="2954123681" sldId="330"/>
            <ac:spMk id="14" creationId="{B1674DE7-F97E-BEC2-50AD-A2FBA39CCB9C}"/>
          </ac:spMkLst>
        </pc:spChg>
      </pc:sldChg>
      <pc:sldChg chg="addSp delSp modSp add mod delAnim">
        <pc:chgData name="Leila Iñigo de la Cruz" userId="fae4ed0d-52e1-4e8b-ac73-77e0b7235c9a" providerId="ADAL" clId="{1E9E03C1-E5D4-4BEC-8EBD-C4DD5262B379}" dt="2026-09-23T07:08:10.110" v="2358" actId="1035"/>
        <pc:sldMkLst>
          <pc:docMk/>
          <pc:sldMk cId="3485587456" sldId="331"/>
        </pc:sldMkLst>
        <pc:spChg chg="del">
          <ac:chgData name="Leila Iñigo de la Cruz" userId="fae4ed0d-52e1-4e8b-ac73-77e0b7235c9a" providerId="ADAL" clId="{1E9E03C1-E5D4-4BEC-8EBD-C4DD5262B379}" dt="2026-09-22T11:10:25.006" v="1557" actId="478"/>
          <ac:spMkLst>
            <pc:docMk/>
            <pc:sldMk cId="3485587456" sldId="331"/>
            <ac:spMk id="2" creationId="{283DC717-02F7-9CDE-576A-08965E57D830}"/>
          </ac:spMkLst>
        </pc:spChg>
        <pc:spChg chg="del">
          <ac:chgData name="Leila Iñigo de la Cruz" userId="fae4ed0d-52e1-4e8b-ac73-77e0b7235c9a" providerId="ADAL" clId="{1E9E03C1-E5D4-4BEC-8EBD-C4DD5262B379}" dt="2026-09-22T11:10:24.074" v="1556" actId="478"/>
          <ac:spMkLst>
            <pc:docMk/>
            <pc:sldMk cId="3485587456" sldId="331"/>
            <ac:spMk id="4" creationId="{1F3A5989-EA5E-C9DA-9B5E-C6BCD75FC1E4}"/>
          </ac:spMkLst>
        </pc:spChg>
        <pc:spChg chg="del">
          <ac:chgData name="Leila Iñigo de la Cruz" userId="fae4ed0d-52e1-4e8b-ac73-77e0b7235c9a" providerId="ADAL" clId="{1E9E03C1-E5D4-4BEC-8EBD-C4DD5262B379}" dt="2026-09-22T11:10:17.161" v="1552" actId="478"/>
          <ac:spMkLst>
            <pc:docMk/>
            <pc:sldMk cId="3485587456" sldId="331"/>
            <ac:spMk id="5" creationId="{A1E37F91-82FA-3F8D-45F9-093D79A65388}"/>
          </ac:spMkLst>
        </pc:spChg>
        <pc:spChg chg="add del mod">
          <ac:chgData name="Leila Iñigo de la Cruz" userId="fae4ed0d-52e1-4e8b-ac73-77e0b7235c9a" providerId="ADAL" clId="{1E9E03C1-E5D4-4BEC-8EBD-C4DD5262B379}" dt="2026-09-22T11:10:21.125" v="1555" actId="478"/>
          <ac:spMkLst>
            <pc:docMk/>
            <pc:sldMk cId="3485587456" sldId="331"/>
            <ac:spMk id="6" creationId="{5129F93C-E45A-CBDC-55CD-0C25A0D1FFF8}"/>
          </ac:spMkLst>
        </pc:spChg>
        <pc:spChg chg="del">
          <ac:chgData name="Leila Iñigo de la Cruz" userId="fae4ed0d-52e1-4e8b-ac73-77e0b7235c9a" providerId="ADAL" clId="{1E9E03C1-E5D4-4BEC-8EBD-C4DD5262B379}" dt="2026-09-22T11:10:17.161" v="1552" actId="478"/>
          <ac:spMkLst>
            <pc:docMk/>
            <pc:sldMk cId="3485587456" sldId="331"/>
            <ac:spMk id="7" creationId="{2A5C76DE-A84F-7E6A-31C5-F696D4614E23}"/>
          </ac:spMkLst>
        </pc:spChg>
        <pc:spChg chg="del">
          <ac:chgData name="Leila Iñigo de la Cruz" userId="fae4ed0d-52e1-4e8b-ac73-77e0b7235c9a" providerId="ADAL" clId="{1E9E03C1-E5D4-4BEC-8EBD-C4DD5262B379}" dt="2026-09-22T11:10:17.161" v="1552" actId="478"/>
          <ac:spMkLst>
            <pc:docMk/>
            <pc:sldMk cId="3485587456" sldId="331"/>
            <ac:spMk id="9" creationId="{7D24F313-4B66-2104-5ABA-C456837FBC96}"/>
          </ac:spMkLst>
        </pc:spChg>
        <pc:spChg chg="del">
          <ac:chgData name="Leila Iñigo de la Cruz" userId="fae4ed0d-52e1-4e8b-ac73-77e0b7235c9a" providerId="ADAL" clId="{1E9E03C1-E5D4-4BEC-8EBD-C4DD5262B379}" dt="2026-09-22T11:10:17.161" v="1552" actId="478"/>
          <ac:spMkLst>
            <pc:docMk/>
            <pc:sldMk cId="3485587456" sldId="331"/>
            <ac:spMk id="10" creationId="{D845A167-FF74-08B4-6480-244952B308C0}"/>
          </ac:spMkLst>
        </pc:spChg>
        <pc:spChg chg="del">
          <ac:chgData name="Leila Iñigo de la Cruz" userId="fae4ed0d-52e1-4e8b-ac73-77e0b7235c9a" providerId="ADAL" clId="{1E9E03C1-E5D4-4BEC-8EBD-C4DD5262B379}" dt="2026-09-22T11:10:18.629" v="1553" actId="478"/>
          <ac:spMkLst>
            <pc:docMk/>
            <pc:sldMk cId="3485587456" sldId="331"/>
            <ac:spMk id="12" creationId="{1D63547F-98DE-6574-E0EA-9D073ADFEADD}"/>
          </ac:spMkLst>
        </pc:spChg>
        <pc:spChg chg="del">
          <ac:chgData name="Leila Iñigo de la Cruz" userId="fae4ed0d-52e1-4e8b-ac73-77e0b7235c9a" providerId="ADAL" clId="{1E9E03C1-E5D4-4BEC-8EBD-C4DD5262B379}" dt="2026-09-22T11:10:20.030" v="1554" actId="478"/>
          <ac:spMkLst>
            <pc:docMk/>
            <pc:sldMk cId="3485587456" sldId="331"/>
            <ac:spMk id="14" creationId="{403C4A95-6FC8-7452-C93D-A38872F05F41}"/>
          </ac:spMkLst>
        </pc:spChg>
        <pc:picChg chg="add mod modCrop">
          <ac:chgData name="Leila Iñigo de la Cruz" userId="fae4ed0d-52e1-4e8b-ac73-77e0b7235c9a" providerId="ADAL" clId="{1E9E03C1-E5D4-4BEC-8EBD-C4DD5262B379}" dt="2026-09-23T07:08:10.110" v="2358" actId="1035"/>
          <ac:picMkLst>
            <pc:docMk/>
            <pc:sldMk cId="3485587456" sldId="331"/>
            <ac:picMk id="11" creationId="{3522D4BF-5E00-C904-2E93-BF795E276AED}"/>
          </ac:picMkLst>
        </pc:picChg>
      </pc:sldChg>
      <pc:sldChg chg="addSp delSp modSp add mod">
        <pc:chgData name="Leila Iñigo de la Cruz" userId="fae4ed0d-52e1-4e8b-ac73-77e0b7235c9a" providerId="ADAL" clId="{1E9E03C1-E5D4-4BEC-8EBD-C4DD5262B379}" dt="2026-09-22T11:31:22.694" v="1728" actId="1076"/>
        <pc:sldMkLst>
          <pc:docMk/>
          <pc:sldMk cId="2422508018" sldId="332"/>
        </pc:sldMkLst>
        <pc:spChg chg="add del mod">
          <ac:chgData name="Leila Iñigo de la Cruz" userId="fae4ed0d-52e1-4e8b-ac73-77e0b7235c9a" providerId="ADAL" clId="{1E9E03C1-E5D4-4BEC-8EBD-C4DD5262B379}" dt="2026-09-22T11:28:27.896" v="1667" actId="478"/>
          <ac:spMkLst>
            <pc:docMk/>
            <pc:sldMk cId="2422508018" sldId="332"/>
            <ac:spMk id="4" creationId="{5A454376-534B-C2C1-FF64-BE7FF1CB83C3}"/>
          </ac:spMkLst>
        </pc:spChg>
        <pc:spChg chg="add del mod">
          <ac:chgData name="Leila Iñigo de la Cruz" userId="fae4ed0d-52e1-4e8b-ac73-77e0b7235c9a" providerId="ADAL" clId="{1E9E03C1-E5D4-4BEC-8EBD-C4DD5262B379}" dt="2026-09-22T11:28:28.624" v="1668" actId="478"/>
          <ac:spMkLst>
            <pc:docMk/>
            <pc:sldMk cId="2422508018" sldId="332"/>
            <ac:spMk id="5" creationId="{BF05AC91-18F7-8F2C-AA27-63184E8DE1F9}"/>
          </ac:spMkLst>
        </pc:spChg>
        <pc:spChg chg="add del mod">
          <ac:chgData name="Leila Iñigo de la Cruz" userId="fae4ed0d-52e1-4e8b-ac73-77e0b7235c9a" providerId="ADAL" clId="{1E9E03C1-E5D4-4BEC-8EBD-C4DD5262B379}" dt="2026-09-22T11:28:33.065" v="1673" actId="478"/>
          <ac:spMkLst>
            <pc:docMk/>
            <pc:sldMk cId="2422508018" sldId="332"/>
            <ac:spMk id="7" creationId="{AC824AF9-9A67-EBC2-A21C-501EAD996711}"/>
          </ac:spMkLst>
        </pc:spChg>
        <pc:spChg chg="add del mod">
          <ac:chgData name="Leila Iñigo de la Cruz" userId="fae4ed0d-52e1-4e8b-ac73-77e0b7235c9a" providerId="ADAL" clId="{1E9E03C1-E5D4-4BEC-8EBD-C4DD5262B379}" dt="2026-09-22T11:28:32.136" v="1672" actId="478"/>
          <ac:spMkLst>
            <pc:docMk/>
            <pc:sldMk cId="2422508018" sldId="332"/>
            <ac:spMk id="9" creationId="{CE2C2257-CFA0-0D86-FB4C-7C6980E4288A}"/>
          </ac:spMkLst>
        </pc:spChg>
        <pc:spChg chg="add del mod">
          <ac:chgData name="Leila Iñigo de la Cruz" userId="fae4ed0d-52e1-4e8b-ac73-77e0b7235c9a" providerId="ADAL" clId="{1E9E03C1-E5D4-4BEC-8EBD-C4DD5262B379}" dt="2026-09-22T11:28:31.593" v="1671" actId="478"/>
          <ac:spMkLst>
            <pc:docMk/>
            <pc:sldMk cId="2422508018" sldId="332"/>
            <ac:spMk id="14" creationId="{DD3D143B-BCDF-C74B-1309-0054D3EB5275}"/>
          </ac:spMkLst>
        </pc:spChg>
        <pc:spChg chg="add del mod">
          <ac:chgData name="Leila Iñigo de la Cruz" userId="fae4ed0d-52e1-4e8b-ac73-77e0b7235c9a" providerId="ADAL" clId="{1E9E03C1-E5D4-4BEC-8EBD-C4DD5262B379}" dt="2026-09-22T11:28:30.256" v="1670" actId="478"/>
          <ac:spMkLst>
            <pc:docMk/>
            <pc:sldMk cId="2422508018" sldId="332"/>
            <ac:spMk id="16" creationId="{9E84F417-9331-6D63-8171-5E5815B4744C}"/>
          </ac:spMkLst>
        </pc:spChg>
        <pc:spChg chg="add mod">
          <ac:chgData name="Leila Iñigo de la Cruz" userId="fae4ed0d-52e1-4e8b-ac73-77e0b7235c9a" providerId="ADAL" clId="{1E9E03C1-E5D4-4BEC-8EBD-C4DD5262B379}" dt="2026-09-22T11:31:13.615" v="1724" actId="1076"/>
          <ac:spMkLst>
            <pc:docMk/>
            <pc:sldMk cId="2422508018" sldId="332"/>
            <ac:spMk id="18" creationId="{D1B6378F-4489-282A-D7F5-140DDB17121C}"/>
          </ac:spMkLst>
        </pc:spChg>
        <pc:spChg chg="add mod ord">
          <ac:chgData name="Leila Iñigo de la Cruz" userId="fae4ed0d-52e1-4e8b-ac73-77e0b7235c9a" providerId="ADAL" clId="{1E9E03C1-E5D4-4BEC-8EBD-C4DD5262B379}" dt="2026-09-22T11:31:22.694" v="1728" actId="1076"/>
          <ac:spMkLst>
            <pc:docMk/>
            <pc:sldMk cId="2422508018" sldId="332"/>
            <ac:spMk id="19" creationId="{B2353C45-FE5D-D07F-7B4A-945BD42EBACB}"/>
          </ac:spMkLst>
        </pc:spChg>
        <pc:grpChg chg="add mod">
          <ac:chgData name="Leila Iñigo de la Cruz" userId="fae4ed0d-52e1-4e8b-ac73-77e0b7235c9a" providerId="ADAL" clId="{1E9E03C1-E5D4-4BEC-8EBD-C4DD5262B379}" dt="2026-09-22T11:31:19.559" v="1727" actId="14100"/>
          <ac:grpSpMkLst>
            <pc:docMk/>
            <pc:sldMk cId="2422508018" sldId="332"/>
            <ac:grpSpMk id="20" creationId="{D278A935-3600-9125-513A-A8760AA5523D}"/>
          </ac:grpSpMkLst>
        </pc:grpChg>
        <pc:graphicFrameChg chg="add mod modGraphic">
          <ac:chgData name="Leila Iñigo de la Cruz" userId="fae4ed0d-52e1-4e8b-ac73-77e0b7235c9a" providerId="ADAL" clId="{1E9E03C1-E5D4-4BEC-8EBD-C4DD5262B379}" dt="2026-09-22T11:29:57.633" v="1696" actId="113"/>
          <ac:graphicFrameMkLst>
            <pc:docMk/>
            <pc:sldMk cId="2422508018" sldId="332"/>
            <ac:graphicFrameMk id="21" creationId="{F3E562E2-7522-0836-0112-AD0BF9A6558D}"/>
          </ac:graphicFrameMkLst>
        </pc:graphicFrameChg>
        <pc:picChg chg="add del mod modCrop">
          <ac:chgData name="Leila Iñigo de la Cruz" userId="fae4ed0d-52e1-4e8b-ac73-77e0b7235c9a" providerId="ADAL" clId="{1E9E03C1-E5D4-4BEC-8EBD-C4DD5262B379}" dt="2026-09-22T11:21:57.033" v="1642" actId="478"/>
          <ac:picMkLst>
            <pc:docMk/>
            <pc:sldMk cId="2422508018" sldId="332"/>
            <ac:picMk id="3" creationId="{7568FC94-73B7-D973-6E27-7606D925B5E8}"/>
          </ac:picMkLst>
        </pc:picChg>
        <pc:picChg chg="del mod modCrop">
          <ac:chgData name="Leila Iñigo de la Cruz" userId="fae4ed0d-52e1-4e8b-ac73-77e0b7235c9a" providerId="ADAL" clId="{1E9E03C1-E5D4-4BEC-8EBD-C4DD5262B379}" dt="2026-09-22T11:17:49.137" v="1563" actId="478"/>
          <ac:picMkLst>
            <pc:docMk/>
            <pc:sldMk cId="2422508018" sldId="332"/>
            <ac:picMk id="11" creationId="{1871BD92-9F55-1C88-0CBB-63351D5891B3}"/>
          </ac:picMkLst>
        </pc:picChg>
        <pc:picChg chg="add del mod modCrop">
          <ac:chgData name="Leila Iñigo de la Cruz" userId="fae4ed0d-52e1-4e8b-ac73-77e0b7235c9a" providerId="ADAL" clId="{1E9E03C1-E5D4-4BEC-8EBD-C4DD5262B379}" dt="2026-09-22T11:21:56.457" v="1641" actId="478"/>
          <ac:picMkLst>
            <pc:docMk/>
            <pc:sldMk cId="2422508018" sldId="332"/>
            <ac:picMk id="12" creationId="{4442AE2C-A68A-227E-61C8-CE10C6B13C1F}"/>
          </ac:picMkLst>
        </pc:picChg>
      </pc:sldChg>
      <pc:sldChg chg="addSp delSp modSp add mod modAnim modNotesTx">
        <pc:chgData name="Leila Iñigo de la Cruz" userId="fae4ed0d-52e1-4e8b-ac73-77e0b7235c9a" providerId="ADAL" clId="{1E9E03C1-E5D4-4BEC-8EBD-C4DD5262B379}" dt="2026-09-22T12:00:31.204" v="2083" actId="122"/>
        <pc:sldMkLst>
          <pc:docMk/>
          <pc:sldMk cId="2623708684" sldId="333"/>
        </pc:sldMkLst>
        <pc:spChg chg="add mod">
          <ac:chgData name="Leila Iñigo de la Cruz" userId="fae4ed0d-52e1-4e8b-ac73-77e0b7235c9a" providerId="ADAL" clId="{1E9E03C1-E5D4-4BEC-8EBD-C4DD5262B379}" dt="2026-09-22T11:44:26.083" v="1769" actId="1076"/>
          <ac:spMkLst>
            <pc:docMk/>
            <pc:sldMk cId="2623708684" sldId="333"/>
            <ac:spMk id="2" creationId="{4CE4B916-1490-1352-A5F4-85CE274FBD07}"/>
          </ac:spMkLst>
        </pc:spChg>
        <pc:spChg chg="add mod">
          <ac:chgData name="Leila Iñigo de la Cruz" userId="fae4ed0d-52e1-4e8b-ac73-77e0b7235c9a" providerId="ADAL" clId="{1E9E03C1-E5D4-4BEC-8EBD-C4DD5262B379}" dt="2026-09-22T11:59:39.939" v="2074" actId="404"/>
          <ac:spMkLst>
            <pc:docMk/>
            <pc:sldMk cId="2623708684" sldId="333"/>
            <ac:spMk id="4" creationId="{6F6F5DDF-F63F-3873-409E-593C40ECD6CA}"/>
          </ac:spMkLst>
        </pc:spChg>
        <pc:spChg chg="add mod">
          <ac:chgData name="Leila Iñigo de la Cruz" userId="fae4ed0d-52e1-4e8b-ac73-77e0b7235c9a" providerId="ADAL" clId="{1E9E03C1-E5D4-4BEC-8EBD-C4DD5262B379}" dt="2026-09-22T12:00:31.204" v="2083" actId="122"/>
          <ac:spMkLst>
            <pc:docMk/>
            <pc:sldMk cId="2623708684" sldId="333"/>
            <ac:spMk id="6" creationId="{0F337EB3-45F2-4492-0FE2-4212A04DB994}"/>
          </ac:spMkLst>
        </pc:spChg>
        <pc:grpChg chg="del">
          <ac:chgData name="Leila Iñigo de la Cruz" userId="fae4ed0d-52e1-4e8b-ac73-77e0b7235c9a" providerId="ADAL" clId="{1E9E03C1-E5D4-4BEC-8EBD-C4DD5262B379}" dt="2026-09-22T11:30:26.664" v="1699" actId="478"/>
          <ac:grpSpMkLst>
            <pc:docMk/>
            <pc:sldMk cId="2623708684" sldId="333"/>
            <ac:grpSpMk id="20" creationId="{3D9CEE76-14E1-8F9B-F3F4-321FB10D4F9E}"/>
          </ac:grpSpMkLst>
        </pc:grpChg>
        <pc:graphicFrameChg chg="del">
          <ac:chgData name="Leila Iñigo de la Cruz" userId="fae4ed0d-52e1-4e8b-ac73-77e0b7235c9a" providerId="ADAL" clId="{1E9E03C1-E5D4-4BEC-8EBD-C4DD5262B379}" dt="2026-09-22T11:30:25.889" v="1698" actId="478"/>
          <ac:graphicFrameMkLst>
            <pc:docMk/>
            <pc:sldMk cId="2623708684" sldId="333"/>
            <ac:graphicFrameMk id="21" creationId="{054F90AD-EC5D-8087-9FC3-1BEA8D245B47}"/>
          </ac:graphicFrameMkLst>
        </pc:graphicFrameChg>
        <pc:picChg chg="add mod">
          <ac:chgData name="Leila Iñigo de la Cruz" userId="fae4ed0d-52e1-4e8b-ac73-77e0b7235c9a" providerId="ADAL" clId="{1E9E03C1-E5D4-4BEC-8EBD-C4DD5262B379}" dt="2026-09-22T11:56:04.919" v="2071" actId="1076"/>
          <ac:picMkLst>
            <pc:docMk/>
            <pc:sldMk cId="2623708684" sldId="333"/>
            <ac:picMk id="3" creationId="{800B5C66-A2A4-50B3-DCC4-55B373EB53A7}"/>
          </ac:picMkLst>
        </pc:picChg>
      </pc:sldChg>
      <pc:sldChg chg="delSp modSp add mod delAnim modAnim">
        <pc:chgData name="Leila Iñigo de la Cruz" userId="fae4ed0d-52e1-4e8b-ac73-77e0b7235c9a" providerId="ADAL" clId="{1E9E03C1-E5D4-4BEC-8EBD-C4DD5262B379}" dt="2026-09-22T12:11:16.331" v="2129" actId="1076"/>
        <pc:sldMkLst>
          <pc:docMk/>
          <pc:sldMk cId="1987024634" sldId="334"/>
        </pc:sldMkLst>
        <pc:spChg chg="mod">
          <ac:chgData name="Leila Iñigo de la Cruz" userId="fae4ed0d-52e1-4e8b-ac73-77e0b7235c9a" providerId="ADAL" clId="{1E9E03C1-E5D4-4BEC-8EBD-C4DD5262B379}" dt="2026-09-22T12:11:16.331" v="2129" actId="1076"/>
          <ac:spMkLst>
            <pc:docMk/>
            <pc:sldMk cId="1987024634" sldId="334"/>
            <ac:spMk id="4" creationId="{C1B2926F-59C6-DAC8-5F64-8B3F08615012}"/>
          </ac:spMkLst>
        </pc:spChg>
        <pc:spChg chg="del">
          <ac:chgData name="Leila Iñigo de la Cruz" userId="fae4ed0d-52e1-4e8b-ac73-77e0b7235c9a" providerId="ADAL" clId="{1E9E03C1-E5D4-4BEC-8EBD-C4DD5262B379}" dt="2026-09-22T12:08:02.308" v="2086" actId="478"/>
          <ac:spMkLst>
            <pc:docMk/>
            <pc:sldMk cId="1987024634" sldId="334"/>
            <ac:spMk id="6" creationId="{9651E350-32DC-4619-E00F-46FA837D54EE}"/>
          </ac:spMkLst>
        </pc:spChg>
      </pc:sldChg>
      <pc:sldChg chg="modSp add mod modAnim">
        <pc:chgData name="Leila Iñigo de la Cruz" userId="fae4ed0d-52e1-4e8b-ac73-77e0b7235c9a" providerId="ADAL" clId="{1E9E03C1-E5D4-4BEC-8EBD-C4DD5262B379}" dt="2026-09-22T12:13:43.078" v="2209" actId="6549"/>
        <pc:sldMkLst>
          <pc:docMk/>
          <pc:sldMk cId="3297770107" sldId="335"/>
        </pc:sldMkLst>
        <pc:spChg chg="mod">
          <ac:chgData name="Leila Iñigo de la Cruz" userId="fae4ed0d-52e1-4e8b-ac73-77e0b7235c9a" providerId="ADAL" clId="{1E9E03C1-E5D4-4BEC-8EBD-C4DD5262B379}" dt="2026-09-22T12:11:37.717" v="2162" actId="20577"/>
          <ac:spMkLst>
            <pc:docMk/>
            <pc:sldMk cId="3297770107" sldId="335"/>
            <ac:spMk id="2" creationId="{0ED9C3E5-8896-545A-DA20-900F316E909C}"/>
          </ac:spMkLst>
        </pc:spChg>
        <pc:spChg chg="mod">
          <ac:chgData name="Leila Iñigo de la Cruz" userId="fae4ed0d-52e1-4e8b-ac73-77e0b7235c9a" providerId="ADAL" clId="{1E9E03C1-E5D4-4BEC-8EBD-C4DD5262B379}" dt="2026-09-22T12:13:43.078" v="2209" actId="6549"/>
          <ac:spMkLst>
            <pc:docMk/>
            <pc:sldMk cId="3297770107" sldId="335"/>
            <ac:spMk id="4" creationId="{B06E7363-2E8E-AD85-C1E5-151C04A9974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DBE7BC-106D-4B03-9183-ECAC3B45AFC3}" type="datetimeFigureOut">
              <a:rPr lang="nl-NL" smtClean="0"/>
              <a:t>23-9-2026</a:t>
            </a:fld>
            <a:endParaRPr lang="nl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D82D0B-7FF0-4211-931C-B3C2EE69002D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61912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C82A3931-C8FB-9179-7EA6-E0F056F18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4AD38DB6-BA2F-3BD6-2FBB-B40A8424E6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2E852F3B-A4BB-3C13-75F6-FC2A5A0CE1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84874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B48856B-7EC7-115E-2541-1EE4E8F9B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6DD8B0F-CD0B-912E-5D9F-2924983AD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b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nl-NL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nl-NL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machine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automatically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understands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scientific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of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value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Structural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interoperability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organisation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machine-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semantic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interoperability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addresses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terms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such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as `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precipitation_flux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`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rainfall_rate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`, or `DBZH` are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interpreted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consistently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775E8FAD-DFDD-CC09-DC86-1D3A6946477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421375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7B53FEA7-7920-B72F-AAE3-0E4F6740F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AFDDACA-7871-F8FB-D2E4-E7B1F5ACF4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explanation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persistent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vocabularies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code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instruments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provenance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records.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explicit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machine-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personal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filenames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B8EDDB0A-F256-C745-3D53-1661C8DC9C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674844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619827E0-00F3-7618-F565-DD23AEBAE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660909B8-8981-A093-91A5-A86A89427A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explanation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persistent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vocabularies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code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instruments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provenance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records.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explicit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machine-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personal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filenames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7C698C69-6E31-89CC-6557-D593185DD9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8987874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CB799F00-EE50-4AF2-4785-B63917C368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4CC0BB50-E51D-4AE9-D732-F0168557A5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definition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does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every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explanation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written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directly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inside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file.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Meaning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also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expressed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through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persistent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identifiers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resolve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external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vocabularies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code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lists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specifications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instruments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methods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provenance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records.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matters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that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references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relationships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are explicit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machine-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actionable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rather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than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hidden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personal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knowledge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filenames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or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informal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nl-NL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documentation</a:t>
            </a:r>
            <a:r>
              <a:rPr lang="nl-NL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1C5FD16A-3C32-0C9A-28BC-FD3A1C03FA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900585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93E43AE3-9BAF-54E6-55C2-B414D0EF9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A6E6BF19-D41F-7313-76F2-6F2B252C0D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68EFC174-4BAA-A9B6-CE72-C918B8E954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79139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659422E6-EF3A-C2F7-0165-B30AC469E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D76D593A-F5B9-AC60-1A77-CCA0CCA732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tabLst/>
              <a:defRPr/>
            </a:pPr>
            <a:r>
              <a:rPr lang="en-US" dirty="0"/>
              <a:t>Example of a dataset : Forecast data for 5 variables in 10 pressure levels and 24 time steps 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200D8358-8033-E0EF-64DC-818D8DEA57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580893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CE463912-65CE-B095-C610-E8AFB24D1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56205C12-2592-7700-C1E3-5136697EF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86DD2731-78FC-6AD6-02A6-EEF58CBA2D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3820399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845D8944-E816-40EC-2266-B6CAD4B64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5B48655A-8CD0-595C-A793-754D1B2F862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8D5CF1AB-FFD6-BD98-709D-0C4B7DBB75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48792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59E81072-A28E-C35D-97BB-D019F7691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B3005BFB-B46F-760C-0285-CBFB90B200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We can ask who knows what is the meaning of the acronym..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At </a:t>
            </a:r>
            <a:r>
              <a:rPr lang="nl-NL" dirty="0" err="1"/>
              <a:t>the</a:t>
            </a:r>
            <a:r>
              <a:rPr lang="nl-NL" dirty="0"/>
              <a:t> time, </a:t>
            </a:r>
            <a:r>
              <a:rPr lang="nl-NL" dirty="0" err="1"/>
              <a:t>scientific</a:t>
            </a:r>
            <a:r>
              <a:rPr lang="nl-NL" dirty="0"/>
              <a:t> data-access software was </a:t>
            </a:r>
            <a:r>
              <a:rPr lang="nl-NL" dirty="0" err="1"/>
              <a:t>often</a:t>
            </a:r>
            <a:r>
              <a:rPr lang="nl-NL" dirty="0"/>
              <a:t> </a:t>
            </a:r>
            <a:r>
              <a:rPr lang="nl-NL" dirty="0" err="1"/>
              <a:t>tied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particular</a:t>
            </a:r>
            <a:r>
              <a:rPr lang="nl-NL" dirty="0"/>
              <a:t> machines, </a:t>
            </a:r>
            <a:r>
              <a:rPr lang="nl-NL" dirty="0" err="1"/>
              <a:t>applications</a:t>
            </a:r>
            <a:r>
              <a:rPr lang="nl-NL" dirty="0"/>
              <a:t>, or disciplines, making software </a:t>
            </a:r>
            <a:r>
              <a:rPr lang="nl-NL" dirty="0" err="1"/>
              <a:t>and</a:t>
            </a:r>
            <a:r>
              <a:rPr lang="nl-NL" dirty="0"/>
              <a:t> data </a:t>
            </a:r>
            <a:r>
              <a:rPr lang="nl-NL" dirty="0" err="1"/>
              <a:t>difficult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reuse</a:t>
            </a:r>
            <a:r>
              <a:rPr lang="nl-NL" dirty="0"/>
              <a:t>. (does </a:t>
            </a:r>
            <a:r>
              <a:rPr lang="nl-NL" dirty="0" err="1"/>
              <a:t>that</a:t>
            </a:r>
            <a:r>
              <a:rPr lang="nl-NL" dirty="0"/>
              <a:t> ring a </a:t>
            </a:r>
            <a:r>
              <a:rPr lang="nl-NL" dirty="0" err="1"/>
              <a:t>bell</a:t>
            </a:r>
            <a:r>
              <a:rPr lang="nl-NL" dirty="0"/>
              <a:t>? haha)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850B0581-7D27-291A-6FB9-AD78B227AE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35781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027138B3-7104-A917-AD51-2945F2B9D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F97B7A31-26B0-4B49-12B0-1ED1FF732C2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We can ask who knows what is the meaning of the acronym..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At </a:t>
            </a:r>
            <a:r>
              <a:rPr lang="nl-NL" dirty="0" err="1"/>
              <a:t>the</a:t>
            </a:r>
            <a:r>
              <a:rPr lang="nl-NL" dirty="0"/>
              <a:t> time, </a:t>
            </a:r>
            <a:r>
              <a:rPr lang="nl-NL" dirty="0" err="1"/>
              <a:t>scientific</a:t>
            </a:r>
            <a:r>
              <a:rPr lang="nl-NL" dirty="0"/>
              <a:t> data-access software was </a:t>
            </a:r>
            <a:r>
              <a:rPr lang="nl-NL" dirty="0" err="1"/>
              <a:t>often</a:t>
            </a:r>
            <a:r>
              <a:rPr lang="nl-NL" dirty="0"/>
              <a:t> </a:t>
            </a:r>
            <a:r>
              <a:rPr lang="nl-NL" dirty="0" err="1"/>
              <a:t>tied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particular</a:t>
            </a:r>
            <a:r>
              <a:rPr lang="nl-NL" dirty="0"/>
              <a:t> machines, </a:t>
            </a:r>
            <a:r>
              <a:rPr lang="nl-NL" dirty="0" err="1"/>
              <a:t>applications</a:t>
            </a:r>
            <a:r>
              <a:rPr lang="nl-NL" dirty="0"/>
              <a:t>, or disciplines, making software </a:t>
            </a:r>
            <a:r>
              <a:rPr lang="nl-NL" dirty="0" err="1"/>
              <a:t>and</a:t>
            </a:r>
            <a:r>
              <a:rPr lang="nl-NL" dirty="0"/>
              <a:t> data </a:t>
            </a:r>
            <a:r>
              <a:rPr lang="nl-NL" dirty="0" err="1"/>
              <a:t>difficult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reuse</a:t>
            </a:r>
            <a:r>
              <a:rPr lang="nl-NL" dirty="0"/>
              <a:t>. (does </a:t>
            </a:r>
            <a:r>
              <a:rPr lang="nl-NL" dirty="0" err="1"/>
              <a:t>that</a:t>
            </a:r>
            <a:r>
              <a:rPr lang="nl-NL" dirty="0"/>
              <a:t> ring a </a:t>
            </a:r>
            <a:r>
              <a:rPr lang="nl-NL" dirty="0" err="1"/>
              <a:t>bell</a:t>
            </a:r>
            <a:r>
              <a:rPr lang="nl-NL" dirty="0"/>
              <a:t>? haha)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377776AE-ACEF-8A7E-4273-F1ADB4CB5E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25445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A529CE9-08E3-89D7-E29C-18AFEB0D1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B48D1015-BA0B-5B72-4D77-89D25EB8E73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We can ask who knows what is the meaning of the acronym..</a:t>
            </a: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lang="en-US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nl-NL" dirty="0"/>
              <a:t>At </a:t>
            </a:r>
            <a:r>
              <a:rPr lang="nl-NL" dirty="0" err="1"/>
              <a:t>the</a:t>
            </a:r>
            <a:r>
              <a:rPr lang="nl-NL" dirty="0"/>
              <a:t> time, </a:t>
            </a:r>
            <a:r>
              <a:rPr lang="nl-NL" dirty="0" err="1"/>
              <a:t>scientific</a:t>
            </a:r>
            <a:r>
              <a:rPr lang="nl-NL" dirty="0"/>
              <a:t> data-access software was </a:t>
            </a:r>
            <a:r>
              <a:rPr lang="nl-NL" dirty="0" err="1"/>
              <a:t>often</a:t>
            </a:r>
            <a:r>
              <a:rPr lang="nl-NL" dirty="0"/>
              <a:t> </a:t>
            </a:r>
            <a:r>
              <a:rPr lang="nl-NL" dirty="0" err="1"/>
              <a:t>tied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particular</a:t>
            </a:r>
            <a:r>
              <a:rPr lang="nl-NL" dirty="0"/>
              <a:t> machines, </a:t>
            </a:r>
            <a:r>
              <a:rPr lang="nl-NL" dirty="0" err="1"/>
              <a:t>applications</a:t>
            </a:r>
            <a:r>
              <a:rPr lang="nl-NL" dirty="0"/>
              <a:t>, or disciplines, making software </a:t>
            </a:r>
            <a:r>
              <a:rPr lang="nl-NL" dirty="0" err="1"/>
              <a:t>and</a:t>
            </a:r>
            <a:r>
              <a:rPr lang="nl-NL" dirty="0"/>
              <a:t> data </a:t>
            </a:r>
            <a:r>
              <a:rPr lang="nl-NL" dirty="0" err="1"/>
              <a:t>difficult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reuse</a:t>
            </a:r>
            <a:r>
              <a:rPr lang="nl-NL" dirty="0"/>
              <a:t>. (does </a:t>
            </a:r>
            <a:r>
              <a:rPr lang="nl-NL" dirty="0" err="1"/>
              <a:t>that</a:t>
            </a:r>
            <a:r>
              <a:rPr lang="nl-NL" dirty="0"/>
              <a:t> ring a </a:t>
            </a:r>
            <a:r>
              <a:rPr lang="nl-NL" dirty="0" err="1"/>
              <a:t>bell</a:t>
            </a:r>
            <a:r>
              <a:rPr lang="nl-NL" dirty="0"/>
              <a:t>? haha)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C57585DD-7F48-3E5D-CF97-B8730A48C5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14151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5">
          <a:extLst>
            <a:ext uri="{FF2B5EF4-FFF2-40B4-BE49-F238E27FC236}">
              <a16:creationId xmlns:a16="http://schemas.microsoft.com/office/drawing/2014/main" id="{3CEC5EBF-1AC1-14A6-EB18-841EE206E0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43:notes">
            <a:extLst>
              <a:ext uri="{FF2B5EF4-FFF2-40B4-BE49-F238E27FC236}">
                <a16:creationId xmlns:a16="http://schemas.microsoft.com/office/drawing/2014/main" id="{BE3DE3E6-DA92-B846-0BD4-EEF6B0FBB8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dirty="0"/>
              <a:t>“easy” means with the less assumptions as possible about how to integrate them and also less manual intervention</a:t>
            </a:r>
            <a:endParaRPr dirty="0"/>
          </a:p>
        </p:txBody>
      </p:sp>
      <p:sp>
        <p:nvSpPr>
          <p:cNvPr id="1067" name="Google Shape;1067;p43:notes">
            <a:extLst>
              <a:ext uri="{FF2B5EF4-FFF2-40B4-BE49-F238E27FC236}">
                <a16:creationId xmlns:a16="http://schemas.microsoft.com/office/drawing/2014/main" id="{57268809-9E50-DD95-8C90-1E54974289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9170468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1">
  <p:cSld name="Inbetween Title 01">
    <p:bg>
      <p:bgPr>
        <a:solidFill>
          <a:schemeClr val="accent5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13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6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5" name="Google Shape;385;p113"/>
          <p:cNvSpPr txBox="1">
            <a:spLocks noGrp="1"/>
          </p:cNvSpPr>
          <p:nvPr>
            <p:ph type="body" idx="2"/>
          </p:nvPr>
        </p:nvSpPr>
        <p:spPr>
          <a:xfrm>
            <a:off x="152400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6" name="Google Shape;386;p113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7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7" name="Google Shape;387;p113"/>
          <p:cNvSpPr txBox="1">
            <a:spLocks noGrp="1"/>
          </p:cNvSpPr>
          <p:nvPr>
            <p:ph type="body" idx="4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63347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2">
  <p:cSld name="Inbetween Title 02">
    <p:bg>
      <p:bgPr>
        <a:solidFill>
          <a:schemeClr val="accent5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14"/>
          <p:cNvSpPr txBox="1">
            <a:spLocks noGrp="1"/>
          </p:cNvSpPr>
          <p:nvPr>
            <p:ph type="body" idx="1"/>
          </p:nvPr>
        </p:nvSpPr>
        <p:spPr>
          <a:xfrm>
            <a:off x="149841" y="4826000"/>
            <a:ext cx="7020529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0" name="Google Shape;390;p114"/>
          <p:cNvSpPr txBox="1">
            <a:spLocks noGrp="1"/>
          </p:cNvSpPr>
          <p:nvPr>
            <p:ph type="body" idx="2"/>
          </p:nvPr>
        </p:nvSpPr>
        <p:spPr>
          <a:xfrm>
            <a:off x="1419225" y="2343150"/>
            <a:ext cx="72867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1" name="Google Shape;391;p114"/>
          <p:cNvSpPr txBox="1">
            <a:spLocks noGrp="1"/>
          </p:cNvSpPr>
          <p:nvPr>
            <p:ph type="body" idx="3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2" name="Google Shape;392;p114"/>
          <p:cNvSpPr txBox="1">
            <a:spLocks noGrp="1"/>
          </p:cNvSpPr>
          <p:nvPr>
            <p:ph type="body" idx="4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3" name="Google Shape;393;p114"/>
          <p:cNvSpPr txBox="1">
            <a:spLocks noGrp="1"/>
          </p:cNvSpPr>
          <p:nvPr>
            <p:ph type="body" idx="5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758351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3">
  <p:cSld name="Inbetween Title 03">
    <p:bg>
      <p:bgPr>
        <a:solidFill>
          <a:schemeClr val="accent5"/>
        </a:solidFill>
        <a:effectLst/>
      </p:bgPr>
    </p:bg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115"/>
          <p:cNvSpPr txBox="1">
            <a:spLocks noGrp="1"/>
          </p:cNvSpPr>
          <p:nvPr>
            <p:ph type="body" idx="1"/>
          </p:nvPr>
        </p:nvSpPr>
        <p:spPr>
          <a:xfrm>
            <a:off x="152400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6" name="Google Shape;396;p115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03810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4">
  <p:cSld name="Inbetween Title 04">
    <p:bg>
      <p:bgPr>
        <a:solidFill>
          <a:schemeClr val="accent5"/>
        </a:solidFill>
        <a:effectLst/>
      </p:bgPr>
    </p:bg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16"/>
          <p:cNvSpPr txBox="1">
            <a:spLocks noGrp="1"/>
          </p:cNvSpPr>
          <p:nvPr>
            <p:ph type="body" idx="1"/>
          </p:nvPr>
        </p:nvSpPr>
        <p:spPr>
          <a:xfrm>
            <a:off x="1419225" y="2343150"/>
            <a:ext cx="7286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9" name="Google Shape;399;p116"/>
          <p:cNvSpPr txBox="1">
            <a:spLocks noGrp="1"/>
          </p:cNvSpPr>
          <p:nvPr>
            <p:ph type="body" idx="2"/>
          </p:nvPr>
        </p:nvSpPr>
        <p:spPr>
          <a:xfrm>
            <a:off x="130791" y="2343149"/>
            <a:ext cx="119062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0" name="Google Shape;400;p116"/>
          <p:cNvSpPr txBox="1">
            <a:spLocks noGrp="1"/>
          </p:cNvSpPr>
          <p:nvPr>
            <p:ph type="body" idx="3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012326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5">
  <p:cSld name="Inbetween Title 05">
    <p:bg>
      <p:bgPr>
        <a:solidFill>
          <a:schemeClr val="accent5"/>
        </a:solidFill>
        <a:effectLst/>
      </p:bgPr>
    </p:bg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117"/>
          <p:cNvSpPr txBox="1">
            <a:spLocks noGrp="1"/>
          </p:cNvSpPr>
          <p:nvPr>
            <p:ph type="body" idx="1"/>
          </p:nvPr>
        </p:nvSpPr>
        <p:spPr>
          <a:xfrm>
            <a:off x="152400" y="552451"/>
            <a:ext cx="7286625" cy="872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3" name="Google Shape;403;p117"/>
          <p:cNvSpPr/>
          <p:nvPr/>
        </p:nvSpPr>
        <p:spPr>
          <a:xfrm>
            <a:off x="251099" y="1536361"/>
            <a:ext cx="45719" cy="45719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7"/>
          <p:cNvSpPr txBox="1">
            <a:spLocks noGrp="1"/>
          </p:cNvSpPr>
          <p:nvPr>
            <p:ph type="body" idx="2"/>
          </p:nvPr>
        </p:nvSpPr>
        <p:spPr>
          <a:xfrm>
            <a:off x="251099" y="1470320"/>
            <a:ext cx="3560201" cy="1862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5" name="Google Shape;405;p117"/>
          <p:cNvSpPr txBox="1">
            <a:spLocks noGrp="1"/>
          </p:cNvSpPr>
          <p:nvPr>
            <p:ph type="body" idx="3"/>
          </p:nvPr>
        </p:nvSpPr>
        <p:spPr>
          <a:xfrm>
            <a:off x="149842" y="1722628"/>
            <a:ext cx="4431683" cy="5944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6" name="Google Shape;406;p117"/>
          <p:cNvSpPr txBox="1">
            <a:spLocks noGrp="1"/>
          </p:cNvSpPr>
          <p:nvPr>
            <p:ph type="body" idx="4"/>
          </p:nvPr>
        </p:nvSpPr>
        <p:spPr>
          <a:xfrm>
            <a:off x="154971" y="4540926"/>
            <a:ext cx="5941029" cy="1883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11818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Inter Light"/>
              <a:buNone/>
              <a:defRPr sz="11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7" name="Google Shape;407;p117"/>
          <p:cNvSpPr txBox="1">
            <a:spLocks noGrp="1"/>
          </p:cNvSpPr>
          <p:nvPr>
            <p:ph type="body" idx="5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08" name="Google Shape;408;p117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7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70187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6">
  <p:cSld name="Inbetween Title 06">
    <p:bg>
      <p:bgPr>
        <a:solidFill>
          <a:srgbClr val="F29100"/>
        </a:solidFill>
        <a:effectLst/>
      </p:bgPr>
    </p:bg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118"/>
          <p:cNvSpPr txBox="1">
            <a:spLocks noGrp="1"/>
          </p:cNvSpPr>
          <p:nvPr>
            <p:ph type="body" idx="1"/>
          </p:nvPr>
        </p:nvSpPr>
        <p:spPr>
          <a:xfrm>
            <a:off x="4733926" y="5952792"/>
            <a:ext cx="6177280" cy="49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 Light"/>
              <a:buNone/>
              <a:defRPr sz="14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2" name="Google Shape;412;p118"/>
          <p:cNvSpPr txBox="1">
            <a:spLocks noGrp="1"/>
          </p:cNvSpPr>
          <p:nvPr>
            <p:ph type="body" idx="2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3" name="Google Shape;413;p118"/>
          <p:cNvSpPr txBox="1">
            <a:spLocks noGrp="1"/>
          </p:cNvSpPr>
          <p:nvPr>
            <p:ph type="body" idx="3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507316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between Title 07">
  <p:cSld name="Inbetween Title 07">
    <p:bg>
      <p:bgPr>
        <a:solidFill>
          <a:schemeClr val="accent5"/>
        </a:solidFill>
        <a:effectLst/>
      </p:bgPr>
    </p:bg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19"/>
          <p:cNvSpPr txBox="1">
            <a:spLocks noGrp="1"/>
          </p:cNvSpPr>
          <p:nvPr>
            <p:ph type="body" idx="1"/>
          </p:nvPr>
        </p:nvSpPr>
        <p:spPr>
          <a:xfrm>
            <a:off x="1936750" y="6473707"/>
            <a:ext cx="4673600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6" name="Google Shape;416;p119"/>
          <p:cNvSpPr txBox="1">
            <a:spLocks noGrp="1"/>
          </p:cNvSpPr>
          <p:nvPr>
            <p:ph type="body" idx="2"/>
          </p:nvPr>
        </p:nvSpPr>
        <p:spPr>
          <a:xfrm>
            <a:off x="10131490" y="6473707"/>
            <a:ext cx="1897527" cy="2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accent4"/>
              </a:buClr>
              <a:buSzPts val="750"/>
              <a:buFont typeface="Arial"/>
              <a:buNone/>
              <a:defRPr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accent4"/>
              </a:buClr>
              <a:buSzPts val="800"/>
              <a:buFont typeface="Arial"/>
              <a:buNone/>
              <a:defRPr sz="80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7" name="Google Shape;417;p119"/>
          <p:cNvSpPr txBox="1">
            <a:spLocks noGrp="1"/>
          </p:cNvSpPr>
          <p:nvPr>
            <p:ph type="body" idx="3"/>
          </p:nvPr>
        </p:nvSpPr>
        <p:spPr>
          <a:xfrm>
            <a:off x="149842" y="4826000"/>
            <a:ext cx="5705476" cy="1621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Inter Light"/>
              <a:buNone/>
              <a:defRPr sz="15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8" name="Google Shape;418;p119"/>
          <p:cNvSpPr txBox="1">
            <a:spLocks noGrp="1"/>
          </p:cNvSpPr>
          <p:nvPr>
            <p:ph type="body" idx="4"/>
          </p:nvPr>
        </p:nvSpPr>
        <p:spPr>
          <a:xfrm>
            <a:off x="152400" y="2343150"/>
            <a:ext cx="5705475" cy="228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9" name="Google Shape;419;p119"/>
          <p:cNvSpPr>
            <a:spLocks noGrp="1"/>
          </p:cNvSpPr>
          <p:nvPr>
            <p:ph type="pic" idx="5"/>
          </p:nvPr>
        </p:nvSpPr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119"/>
          <p:cNvSpPr/>
          <p:nvPr/>
        </p:nvSpPr>
        <p:spPr>
          <a:xfrm>
            <a:off x="249799" y="285269"/>
            <a:ext cx="80912" cy="80912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9"/>
          <p:cNvSpPr txBox="1">
            <a:spLocks noGrp="1"/>
          </p:cNvSpPr>
          <p:nvPr>
            <p:ph type="body" idx="6"/>
          </p:nvPr>
        </p:nvSpPr>
        <p:spPr>
          <a:xfrm>
            <a:off x="290255" y="201884"/>
            <a:ext cx="240823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1pPr>
            <a:lvl2pPr marL="914400" marR="0" lvl="1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2pPr>
            <a:lvl3pPr marL="1371600" marR="0" lvl="2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3pPr>
            <a:lvl4pPr marL="1828800" marR="0" lvl="3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4pPr>
            <a:lvl5pPr marL="2286000" marR="0" lvl="4" indent="-31115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sz="1300" b="0" i="0" u="none" strike="noStrike" cap="none">
                <a:solidFill>
                  <a:schemeClr val="dk1"/>
                </a:solidFill>
                <a:latin typeface="Space Grotesk"/>
                <a:ea typeface="Space Grotesk"/>
                <a:cs typeface="Space Grotesk"/>
                <a:sym typeface="Space Grotesk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408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89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20903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B2F65A-CA80-4036-A1DE-2EDF1F345BB4}" type="datetimeFigureOut">
              <a:rPr lang="en-GB" smtClean="0"/>
              <a:t>23/09/2026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41E82D-45F5-4530-9FEE-352F69971CC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18132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2"/>
          <p:cNvSpPr txBox="1"/>
          <p:nvPr/>
        </p:nvSpPr>
        <p:spPr>
          <a:xfrm>
            <a:off x="163758" y="6463552"/>
            <a:ext cx="118879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50"/>
              <a:buFont typeface="Arial"/>
              <a:buNone/>
            </a:pPr>
            <a:r>
              <a:rPr lang="de-DE" sz="750" b="0" i="0" u="none" strike="noStrike" cap="none">
                <a:solidFill>
                  <a:schemeClr val="accent4"/>
                </a:solidFill>
                <a:latin typeface="Space Grotesk"/>
                <a:ea typeface="Space Grotesk"/>
                <a:cs typeface="Space Grotesk"/>
                <a:sym typeface="Space Grotesk"/>
              </a:rPr>
              <a:t>4TU.RESEARCH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7392306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D54E01BA-46E1-A188-E86D-2BDF0365F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43">
            <a:extLst>
              <a:ext uri="{FF2B5EF4-FFF2-40B4-BE49-F238E27FC236}">
                <a16:creationId xmlns:a16="http://schemas.microsoft.com/office/drawing/2014/main" id="{B2861DCE-AF2C-DB99-9CBA-F987E9F09E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961241" y="1950195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Structural</a:t>
            </a:r>
            <a:r>
              <a:rPr lang="nl-NL" sz="6000" b="1" dirty="0"/>
              <a:t> </a:t>
            </a:r>
            <a:r>
              <a:rPr lang="nl-NL" sz="6000" b="1" dirty="0" err="1"/>
              <a:t>interoperability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1070" name="Google Shape;1070;p43">
            <a:extLst>
              <a:ext uri="{FF2B5EF4-FFF2-40B4-BE49-F238E27FC236}">
                <a16:creationId xmlns:a16="http://schemas.microsoft.com/office/drawing/2014/main" id="{871C7448-7A50-2C57-6073-EB86A1615C8F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214312" y="3931554"/>
            <a:ext cx="11763375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None/>
            </a:pPr>
            <a:r>
              <a:rPr lang="en-US" sz="4000" dirty="0"/>
              <a:t>Interoperability in Climate and Atmospheric sciences</a:t>
            </a:r>
            <a:endParaRPr sz="4000" dirty="0"/>
          </a:p>
        </p:txBody>
      </p:sp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618B9F0E-E06D-F716-AE71-C588FBE2498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0;p43">
            <a:extLst>
              <a:ext uri="{FF2B5EF4-FFF2-40B4-BE49-F238E27FC236}">
                <a16:creationId xmlns:a16="http://schemas.microsoft.com/office/drawing/2014/main" id="{F27C4388-0FB1-755F-7D32-E87CE1598747}"/>
              </a:ext>
            </a:extLst>
          </p:cNvPr>
          <p:cNvSpPr txBox="1">
            <a:spLocks/>
          </p:cNvSpPr>
          <p:nvPr/>
        </p:nvSpPr>
        <p:spPr>
          <a:xfrm>
            <a:off x="3105150" y="4907805"/>
            <a:ext cx="57531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FAIR </a:t>
            </a:r>
            <a:r>
              <a:rPr lang="en-US" sz="3600" kern="0" dirty="0" err="1"/>
              <a:t>NetCDF</a:t>
            </a:r>
            <a:r>
              <a:rPr lang="en-US" sz="3600" kern="0" dirty="0"/>
              <a:t> Data</a:t>
            </a:r>
          </a:p>
        </p:txBody>
      </p:sp>
    </p:spTree>
    <p:extLst>
      <p:ext uri="{BB962C8B-B14F-4D97-AF65-F5344CB8AC3E}">
        <p14:creationId xmlns:p14="http://schemas.microsoft.com/office/powerpoint/2010/main" val="33869308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59930EAE-75F6-39BE-16EB-A032B9F16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B00A431D-57BB-5EB9-62D3-A056891D42A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070;p43">
            <a:extLst>
              <a:ext uri="{FF2B5EF4-FFF2-40B4-BE49-F238E27FC236}">
                <a16:creationId xmlns:a16="http://schemas.microsoft.com/office/drawing/2014/main" id="{0C227141-F11E-9DE9-1249-634920557D2D}"/>
              </a:ext>
            </a:extLst>
          </p:cNvPr>
          <p:cNvSpPr txBox="1">
            <a:spLocks/>
          </p:cNvSpPr>
          <p:nvPr/>
        </p:nvSpPr>
        <p:spPr>
          <a:xfrm>
            <a:off x="1162050" y="148179"/>
            <a:ext cx="3657600" cy="976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Inter Light"/>
              <a:buNone/>
              <a:defRPr sz="6000" b="0" i="0" u="none" strike="noStrike" cap="none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 algn="ctr">
              <a:spcBef>
                <a:spcPts val="0"/>
              </a:spcBef>
            </a:pPr>
            <a:r>
              <a:rPr lang="en-US" sz="3600" kern="0" dirty="0"/>
              <a:t>The Problem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8F2B41B-D5B1-4562-C498-EEEE1A392D4D}"/>
              </a:ext>
            </a:extLst>
          </p:cNvPr>
          <p:cNvGrpSpPr/>
          <p:nvPr/>
        </p:nvGrpSpPr>
        <p:grpSpPr>
          <a:xfrm>
            <a:off x="5631898" y="839613"/>
            <a:ext cx="6296025" cy="5728901"/>
            <a:chOff x="3590925" y="725313"/>
            <a:chExt cx="6296025" cy="572890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706CBD8-3757-C205-AAD8-D4E17F88EE2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19850" y="1253563"/>
              <a:ext cx="3467100" cy="5200651"/>
            </a:xfrm>
            <a:prstGeom prst="rect">
              <a:avLst/>
            </a:prstGeom>
          </p:spPr>
        </p:pic>
        <p:sp>
          <p:nvSpPr>
            <p:cNvPr id="19" name="Speech Bubble: Oval 18">
              <a:extLst>
                <a:ext uri="{FF2B5EF4-FFF2-40B4-BE49-F238E27FC236}">
                  <a16:creationId xmlns:a16="http://schemas.microsoft.com/office/drawing/2014/main" id="{0BF0829E-5109-8079-C23E-A427500F4FD4}"/>
                </a:ext>
              </a:extLst>
            </p:cNvPr>
            <p:cNvSpPr/>
            <p:nvPr/>
          </p:nvSpPr>
          <p:spPr>
            <a:xfrm>
              <a:off x="3590925" y="725313"/>
              <a:ext cx="3933825" cy="2313162"/>
            </a:xfrm>
            <a:prstGeom prst="wedgeEllipseCallout">
              <a:avLst>
                <a:gd name="adj1" fmla="val 57048"/>
                <a:gd name="adj2" fmla="val 16895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nl-NL" dirty="0" err="1">
                  <a:solidFill>
                    <a:schemeClr val="tx1"/>
                  </a:solidFill>
                </a:rPr>
                <a:t>Can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another</a:t>
              </a:r>
              <a:r>
                <a:rPr lang="nl-NL" dirty="0">
                  <a:solidFill>
                    <a:schemeClr val="tx1"/>
                  </a:solidFill>
                </a:rPr>
                <a:t> tool/software </a:t>
              </a:r>
              <a:r>
                <a:rPr lang="nl-NL" dirty="0" err="1">
                  <a:solidFill>
                    <a:schemeClr val="tx1"/>
                  </a:solidFill>
                </a:rPr>
                <a:t>understand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how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tha</a:t>
              </a:r>
              <a:r>
                <a:rPr lang="nl-NL" dirty="0">
                  <a:solidFill>
                    <a:schemeClr val="tx1"/>
                  </a:solidFill>
                </a:rPr>
                <a:t> data is </a:t>
              </a:r>
              <a:r>
                <a:rPr lang="nl-NL" dirty="0" err="1">
                  <a:solidFill>
                    <a:schemeClr val="tx1"/>
                  </a:solidFill>
                </a:rPr>
                <a:t>organized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and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process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it</a:t>
              </a:r>
              <a:r>
                <a:rPr lang="nl-NL" dirty="0">
                  <a:solidFill>
                    <a:schemeClr val="tx1"/>
                  </a:solidFill>
                </a:rPr>
                <a:t> without making </a:t>
              </a:r>
              <a:r>
                <a:rPr lang="nl-NL" dirty="0" err="1">
                  <a:solidFill>
                    <a:schemeClr val="tx1"/>
                  </a:solidFill>
                </a:rPr>
                <a:t>unnecessary</a:t>
              </a:r>
              <a:r>
                <a:rPr lang="nl-NL" dirty="0">
                  <a:solidFill>
                    <a:schemeClr val="tx1"/>
                  </a:solidFill>
                </a:rPr>
                <a:t> </a:t>
              </a:r>
              <a:r>
                <a:rPr lang="nl-NL" dirty="0" err="1">
                  <a:solidFill>
                    <a:schemeClr val="tx1"/>
                  </a:solidFill>
                </a:rPr>
                <a:t>assumptions</a:t>
              </a:r>
              <a:r>
                <a:rPr lang="nl-NL" dirty="0">
                  <a:solidFill>
                    <a:schemeClr val="tx1"/>
                  </a:solidFill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44987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22183A85-A9B8-5A24-23D1-2E61142BE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1CDC99CE-00C6-01AF-2929-5FF87FA8963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2703D54-2225-958E-B357-BF76735C3623}"/>
              </a:ext>
            </a:extLst>
          </p:cNvPr>
          <p:cNvSpPr/>
          <p:nvPr/>
        </p:nvSpPr>
        <p:spPr>
          <a:xfrm>
            <a:off x="4313498" y="2503025"/>
            <a:ext cx="3565004" cy="9259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Organization and representation of the data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A66FE9C8-7F4E-1525-3ABA-7FE266D299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74181" y="53158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Structural</a:t>
            </a:r>
            <a:endParaRPr lang="nl-NL" sz="6000" b="1" dirty="0"/>
          </a:p>
          <a:p>
            <a:pPr marL="0" indent="0" algn="ctr">
              <a:buSzPts val="6000"/>
            </a:pPr>
            <a:r>
              <a:rPr lang="nl-NL" sz="6000" b="1" dirty="0" err="1"/>
              <a:t>interoperability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</p:spTree>
    <p:extLst>
      <p:ext uri="{BB962C8B-B14F-4D97-AF65-F5344CB8AC3E}">
        <p14:creationId xmlns:p14="http://schemas.microsoft.com/office/powerpoint/2010/main" val="2570287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7BBE9A75-3CB0-4173-C9DB-E88C63EA7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B9B63E7D-FED2-8005-1485-F1BDF7CECD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7BE1977-6F89-96B7-4425-E4B9F1345B6C}"/>
              </a:ext>
            </a:extLst>
          </p:cNvPr>
          <p:cNvSpPr/>
          <p:nvPr/>
        </p:nvSpPr>
        <p:spPr>
          <a:xfrm>
            <a:off x="4313498" y="2503025"/>
            <a:ext cx="3565004" cy="925975"/>
          </a:xfrm>
          <a:prstGeom prst="roundRect">
            <a:avLst/>
          </a:prstGeom>
          <a:gradFill flip="none" rotWithShape="1">
            <a:gsLst>
              <a:gs pos="0">
                <a:schemeClr val="accent1">
                  <a:tint val="66000"/>
                  <a:satMod val="160000"/>
                </a:schemeClr>
              </a:gs>
              <a:gs pos="50000">
                <a:schemeClr val="accent1">
                  <a:tint val="44500"/>
                  <a:satMod val="160000"/>
                </a:schemeClr>
              </a:gs>
              <a:gs pos="100000">
                <a:schemeClr val="accent1"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Organization and representation of the data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CB13C11E-DACC-294F-44E3-C30BC710E7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74181" y="53158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Structural</a:t>
            </a:r>
            <a:r>
              <a:rPr lang="nl-NL" sz="6000" b="1" dirty="0"/>
              <a:t> </a:t>
            </a:r>
            <a:r>
              <a:rPr lang="nl-NL" sz="6000" b="1" dirty="0" err="1"/>
              <a:t>interoperability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D985BE9-3148-95B1-6746-11596E3E3418}"/>
              </a:ext>
            </a:extLst>
          </p:cNvPr>
          <p:cNvSpPr/>
          <p:nvPr/>
        </p:nvSpPr>
        <p:spPr>
          <a:xfrm>
            <a:off x="8830964" y="3312896"/>
            <a:ext cx="1424205" cy="1126882"/>
          </a:xfrm>
          <a:prstGeom prst="ellipse">
            <a:avLst/>
          </a:prstGeom>
          <a:solidFill>
            <a:schemeClr val="bg2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What kind of data objects exist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CCDE69-6183-766A-B6CE-D1C523D96C7A}"/>
              </a:ext>
            </a:extLst>
          </p:cNvPr>
          <p:cNvSpPr/>
          <p:nvPr/>
        </p:nvSpPr>
        <p:spPr>
          <a:xfrm>
            <a:off x="1844234" y="3312896"/>
            <a:ext cx="1321642" cy="1007386"/>
          </a:xfrm>
          <a:prstGeom prst="ellipse">
            <a:avLst/>
          </a:prstGeom>
          <a:solidFill>
            <a:schemeClr val="bg2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How they are encoded</a:t>
            </a:r>
            <a:endParaRPr lang="nl-NL" sz="1400" dirty="0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FA7C9D2-5A5A-8254-578D-34726A766271}"/>
              </a:ext>
            </a:extLst>
          </p:cNvPr>
          <p:cNvSpPr/>
          <p:nvPr/>
        </p:nvSpPr>
        <p:spPr>
          <a:xfrm>
            <a:off x="5237584" y="4284342"/>
            <a:ext cx="1789857" cy="1126883"/>
          </a:xfrm>
          <a:prstGeom prst="ellipse">
            <a:avLst/>
          </a:prstGeom>
          <a:solidFill>
            <a:schemeClr val="bg2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tx1"/>
                </a:solidFill>
              </a:rPr>
              <a:t>How their relationships are expressed</a:t>
            </a:r>
            <a:endParaRPr lang="nl-NL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4046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F9EEF3A2-1DAF-C9B3-6920-D7ECCDFF4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E5D12898-21F3-11C5-24CC-A7A6978DE1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034EB257-B9F1-42D1-BADB-F4FC9F2C40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74181" y="53158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Structural</a:t>
            </a:r>
            <a:r>
              <a:rPr lang="nl-NL" sz="6000" b="1" dirty="0"/>
              <a:t> </a:t>
            </a:r>
            <a:r>
              <a:rPr lang="nl-NL" sz="6000" b="1" dirty="0" err="1"/>
              <a:t>interoperability</a:t>
            </a:r>
            <a:endParaRPr lang="nl-NL" sz="6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11" name="Double Wave 10">
            <a:extLst>
              <a:ext uri="{FF2B5EF4-FFF2-40B4-BE49-F238E27FC236}">
                <a16:creationId xmlns:a16="http://schemas.microsoft.com/office/drawing/2014/main" id="{DBC4E06D-C387-B684-CBE0-DD6FDE38A137}"/>
              </a:ext>
            </a:extLst>
          </p:cNvPr>
          <p:cNvSpPr/>
          <p:nvPr/>
        </p:nvSpPr>
        <p:spPr>
          <a:xfrm>
            <a:off x="181381" y="2706805"/>
            <a:ext cx="3105828" cy="1715078"/>
          </a:xfrm>
          <a:prstGeom prst="doubleWav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 dataset is structurally interoperable when different software tools can determine: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8B160A1-E28E-A999-65E5-97D8060195C0}"/>
              </a:ext>
            </a:extLst>
          </p:cNvPr>
          <p:cNvSpPr txBox="1"/>
          <p:nvPr/>
        </p:nvSpPr>
        <p:spPr>
          <a:xfrm>
            <a:off x="3970116" y="2825680"/>
            <a:ext cx="7487947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nl-NL" dirty="0" err="1"/>
              <a:t>what</a:t>
            </a:r>
            <a:r>
              <a:rPr lang="nl-NL" dirty="0"/>
              <a:t> records, columns, arrays, variables, or </a:t>
            </a:r>
            <a:r>
              <a:rPr lang="nl-NL" dirty="0" err="1"/>
              <a:t>coordinates</a:t>
            </a:r>
            <a:r>
              <a:rPr lang="nl-NL" dirty="0"/>
              <a:t> are present;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nl-NL" dirty="0" err="1"/>
              <a:t>their</a:t>
            </a:r>
            <a:r>
              <a:rPr lang="nl-NL" dirty="0"/>
              <a:t> data types, </a:t>
            </a:r>
            <a:r>
              <a:rPr lang="nl-NL" dirty="0" err="1"/>
              <a:t>shapes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dimensions</a:t>
            </a:r>
            <a:r>
              <a:rPr lang="nl-NL" dirty="0"/>
              <a:t>;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nl-NL" dirty="0" err="1"/>
              <a:t>how</a:t>
            </a:r>
            <a:r>
              <a:rPr lang="nl-NL" dirty="0"/>
              <a:t> different data </a:t>
            </a:r>
            <a:r>
              <a:rPr lang="nl-NL" dirty="0" err="1"/>
              <a:t>objects</a:t>
            </a:r>
            <a:r>
              <a:rPr lang="nl-NL" dirty="0"/>
              <a:t> </a:t>
            </a:r>
            <a:r>
              <a:rPr lang="nl-NL" dirty="0" err="1"/>
              <a:t>relate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one</a:t>
            </a:r>
            <a:r>
              <a:rPr lang="nl-NL" dirty="0"/>
              <a:t> </a:t>
            </a:r>
            <a:r>
              <a:rPr lang="nl-NL" dirty="0" err="1"/>
              <a:t>another</a:t>
            </a:r>
            <a:r>
              <a:rPr lang="nl-NL" dirty="0"/>
              <a:t>;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values</a:t>
            </a:r>
            <a:r>
              <a:rPr lang="nl-NL" dirty="0"/>
              <a:t> </a:t>
            </a:r>
            <a:r>
              <a:rPr lang="nl-NL" dirty="0" err="1"/>
              <a:t>represent</a:t>
            </a:r>
            <a:r>
              <a:rPr lang="nl-NL" dirty="0"/>
              <a:t> missing data; </a:t>
            </a:r>
            <a:r>
              <a:rPr lang="nl-NL" dirty="0" err="1"/>
              <a:t>and</a:t>
            </a:r>
            <a:endParaRPr lang="nl-NL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nl-NL" dirty="0" err="1"/>
              <a:t>whether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dataset </a:t>
            </a:r>
            <a:r>
              <a:rPr lang="nl-NL" dirty="0" err="1"/>
              <a:t>follows</a:t>
            </a:r>
            <a:r>
              <a:rPr lang="nl-NL" dirty="0"/>
              <a:t> </a:t>
            </a:r>
            <a:r>
              <a:rPr lang="nl-NL" dirty="0" err="1"/>
              <a:t>expected</a:t>
            </a:r>
            <a:r>
              <a:rPr lang="nl-NL" dirty="0"/>
              <a:t> </a:t>
            </a:r>
            <a:r>
              <a:rPr lang="nl-NL" dirty="0" err="1"/>
              <a:t>structural</a:t>
            </a:r>
            <a:r>
              <a:rPr lang="nl-NL" dirty="0"/>
              <a:t> </a:t>
            </a:r>
            <a:r>
              <a:rPr lang="nl-NL" dirty="0" err="1"/>
              <a:t>rules</a:t>
            </a:r>
            <a:r>
              <a:rPr lang="nl-NL" dirty="0"/>
              <a:t>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EA1A8F4-60D4-6434-CC58-56441DBD0E96}"/>
              </a:ext>
            </a:extLst>
          </p:cNvPr>
          <p:cNvSpPr/>
          <p:nvPr/>
        </p:nvSpPr>
        <p:spPr>
          <a:xfrm>
            <a:off x="790797" y="5201604"/>
            <a:ext cx="10683432" cy="914400"/>
          </a:xfrm>
          <a:prstGeom prst="roundRect">
            <a:avLst/>
          </a:prstGeom>
          <a:solidFill>
            <a:schemeClr val="bg2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 err="1">
                <a:solidFill>
                  <a:schemeClr val="tx1"/>
                </a:solidFill>
              </a:rPr>
              <a:t>This</a:t>
            </a:r>
            <a:r>
              <a:rPr lang="nl-NL" dirty="0">
                <a:solidFill>
                  <a:schemeClr val="tx1"/>
                </a:solidFill>
              </a:rPr>
              <a:t> does </a:t>
            </a:r>
            <a:r>
              <a:rPr lang="nl-NL" b="1" dirty="0" err="1">
                <a:solidFill>
                  <a:schemeClr val="tx1"/>
                </a:solidFill>
              </a:rPr>
              <a:t>not</a:t>
            </a:r>
            <a:r>
              <a:rPr lang="nl-NL" b="1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mean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that</a:t>
            </a:r>
            <a:r>
              <a:rPr lang="nl-NL" dirty="0">
                <a:solidFill>
                  <a:schemeClr val="tx1"/>
                </a:solidFill>
              </a:rPr>
              <a:t> a machine </a:t>
            </a:r>
            <a:r>
              <a:rPr lang="nl-NL" dirty="0" err="1">
                <a:solidFill>
                  <a:schemeClr val="tx1"/>
                </a:solidFill>
              </a:rPr>
              <a:t>automatically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understands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the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scientific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meaning</a:t>
            </a:r>
            <a:r>
              <a:rPr lang="nl-NL" dirty="0">
                <a:solidFill>
                  <a:schemeClr val="tx1"/>
                </a:solidFill>
              </a:rPr>
              <a:t> of </a:t>
            </a:r>
            <a:r>
              <a:rPr lang="nl-NL" dirty="0" err="1">
                <a:solidFill>
                  <a:schemeClr val="tx1"/>
                </a:solidFill>
              </a:rPr>
              <a:t>every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value</a:t>
            </a:r>
            <a:r>
              <a:rPr lang="nl-NL" dirty="0">
                <a:solidFill>
                  <a:schemeClr val="tx1"/>
                </a:solidFill>
              </a:rPr>
              <a:t>. </a:t>
            </a:r>
            <a:r>
              <a:rPr lang="nl-NL" dirty="0" err="1">
                <a:solidFill>
                  <a:schemeClr val="tx1"/>
                </a:solidFill>
              </a:rPr>
              <a:t>Structural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interoperability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just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makes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the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organisation</a:t>
            </a:r>
            <a:r>
              <a:rPr lang="nl-NL" dirty="0">
                <a:solidFill>
                  <a:schemeClr val="tx1"/>
                </a:solidFill>
              </a:rPr>
              <a:t> of </a:t>
            </a:r>
            <a:r>
              <a:rPr lang="nl-NL" dirty="0" err="1">
                <a:solidFill>
                  <a:schemeClr val="tx1"/>
                </a:solidFill>
              </a:rPr>
              <a:t>the</a:t>
            </a:r>
            <a:r>
              <a:rPr lang="nl-NL" dirty="0">
                <a:solidFill>
                  <a:schemeClr val="tx1"/>
                </a:solidFill>
              </a:rPr>
              <a:t> data </a:t>
            </a:r>
            <a:r>
              <a:rPr lang="nl-NL" dirty="0" err="1">
                <a:solidFill>
                  <a:schemeClr val="tx1"/>
                </a:solidFill>
              </a:rPr>
              <a:t>predictable</a:t>
            </a:r>
            <a:r>
              <a:rPr lang="nl-NL" dirty="0">
                <a:solidFill>
                  <a:schemeClr val="tx1"/>
                </a:solidFill>
              </a:rPr>
              <a:t> </a:t>
            </a:r>
            <a:r>
              <a:rPr lang="nl-NL" dirty="0" err="1">
                <a:solidFill>
                  <a:schemeClr val="tx1"/>
                </a:solidFill>
              </a:rPr>
              <a:t>and</a:t>
            </a:r>
            <a:r>
              <a:rPr lang="nl-NL" dirty="0">
                <a:solidFill>
                  <a:schemeClr val="tx1"/>
                </a:solidFill>
              </a:rPr>
              <a:t> machine-</a:t>
            </a:r>
            <a:r>
              <a:rPr lang="nl-NL" dirty="0" err="1">
                <a:solidFill>
                  <a:schemeClr val="tx1"/>
                </a:solidFill>
              </a:rPr>
              <a:t>actionable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670711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1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F1339EFA-8D49-56C2-0199-18D8047E0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5D560C77-E302-39EF-E75B-93395D98A8C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69;p43">
            <a:extLst>
              <a:ext uri="{FF2B5EF4-FFF2-40B4-BE49-F238E27FC236}">
                <a16:creationId xmlns:a16="http://schemas.microsoft.com/office/drawing/2014/main" id="{C4763459-4C41-054C-3B57-82CBBBD76F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85594" y="263531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dirty="0" err="1"/>
              <a:t>Structural</a:t>
            </a:r>
            <a:r>
              <a:rPr lang="nl-NL" sz="6000" dirty="0"/>
              <a:t> </a:t>
            </a:r>
            <a:r>
              <a:rPr lang="nl-NL" sz="6000" dirty="0" err="1"/>
              <a:t>interoperability</a:t>
            </a:r>
            <a:r>
              <a:rPr lang="nl-NL" sz="6000" dirty="0"/>
              <a:t> </a:t>
            </a:r>
            <a:r>
              <a:rPr lang="nl-NL" sz="6000" b="1" dirty="0"/>
              <a:t>is a shared data contract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74D897-EC22-E699-B9FC-0747835497DB}"/>
              </a:ext>
            </a:extLst>
          </p:cNvPr>
          <p:cNvSpPr txBox="1"/>
          <p:nvPr/>
        </p:nvSpPr>
        <p:spPr>
          <a:xfrm>
            <a:off x="2885594" y="4190457"/>
            <a:ext cx="6579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model : The logical structure that software expect to find. 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40464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96A6109E-AB4B-810E-1784-80E200F48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08D8A66F-D51B-381F-4843-1134DA122C8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69;p43">
            <a:extLst>
              <a:ext uri="{FF2B5EF4-FFF2-40B4-BE49-F238E27FC236}">
                <a16:creationId xmlns:a16="http://schemas.microsoft.com/office/drawing/2014/main" id="{C487F360-EF56-FD48-3B07-BD017BEC08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85594" y="2635310"/>
            <a:ext cx="6493838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dirty="0" err="1"/>
              <a:t>Structural</a:t>
            </a:r>
            <a:r>
              <a:rPr lang="nl-NL" sz="6000" dirty="0"/>
              <a:t> </a:t>
            </a:r>
            <a:r>
              <a:rPr lang="nl-NL" sz="6000" dirty="0" err="1"/>
              <a:t>interoperability</a:t>
            </a:r>
            <a:r>
              <a:rPr lang="nl-NL" sz="6000" dirty="0"/>
              <a:t> </a:t>
            </a:r>
            <a:r>
              <a:rPr lang="nl-NL" sz="6000" b="1" dirty="0"/>
              <a:t>is a shared data contract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nl-NL" sz="2000" b="1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FDAA27-7D30-9750-440F-8611BD50EBFA}"/>
              </a:ext>
            </a:extLst>
          </p:cNvPr>
          <p:cNvSpPr txBox="1"/>
          <p:nvPr/>
        </p:nvSpPr>
        <p:spPr>
          <a:xfrm>
            <a:off x="3036064" y="4190457"/>
            <a:ext cx="6579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Data model : The logical structure that software expect to find. </a:t>
            </a:r>
            <a:endParaRPr lang="nl-NL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E80CC07-E7B8-404F-C38D-ACFD296BADAF}"/>
              </a:ext>
            </a:extLst>
          </p:cNvPr>
          <p:cNvSpPr/>
          <p:nvPr/>
        </p:nvSpPr>
        <p:spPr>
          <a:xfrm>
            <a:off x="449392" y="5200535"/>
            <a:ext cx="1620456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Tabular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csv,Parquet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DEDFB1D-9E25-FC9C-89D8-3DA8B1854F79}"/>
              </a:ext>
            </a:extLst>
          </p:cNvPr>
          <p:cNvSpPr/>
          <p:nvPr/>
        </p:nvSpPr>
        <p:spPr>
          <a:xfrm>
            <a:off x="2547049" y="5200535"/>
            <a:ext cx="2160968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Multidimensional arrays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NetCDF</a:t>
            </a:r>
            <a:r>
              <a:rPr lang="en-US" dirty="0">
                <a:solidFill>
                  <a:schemeClr val="tx1"/>
                </a:solidFill>
              </a:rPr>
              <a:t>, Zarr)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7B5788D-1D20-1CFA-E9A2-14C1B6497C7C}"/>
              </a:ext>
            </a:extLst>
          </p:cNvPr>
          <p:cNvSpPr/>
          <p:nvPr/>
        </p:nvSpPr>
        <p:spPr>
          <a:xfrm>
            <a:off x="5185218" y="5127584"/>
            <a:ext cx="2257243" cy="98735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Sequential layered 2D gridded field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(GRIB)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D640E86-A5F2-1FE0-FE27-95C3D334A53F}"/>
              </a:ext>
            </a:extLst>
          </p:cNvPr>
          <p:cNvSpPr/>
          <p:nvPr/>
        </p:nvSpPr>
        <p:spPr>
          <a:xfrm>
            <a:off x="7919662" y="5200535"/>
            <a:ext cx="1396465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Raster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GeoTIFF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0FA5AF3-7D2B-F87A-A0B7-A28E194DDE06}"/>
              </a:ext>
            </a:extLst>
          </p:cNvPr>
          <p:cNvSpPr/>
          <p:nvPr/>
        </p:nvSpPr>
        <p:spPr>
          <a:xfrm>
            <a:off x="9793328" y="5200535"/>
            <a:ext cx="1746631" cy="91440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Geospatial features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GeoPackage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nl-NL" dirty="0">
              <a:solidFill>
                <a:schemeClr val="tx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1674DE7-F97E-BEC2-50AD-A2FBA39CCB9C}"/>
              </a:ext>
            </a:extLst>
          </p:cNvPr>
          <p:cNvSpPr txBox="1"/>
          <p:nvPr/>
        </p:nvSpPr>
        <p:spPr>
          <a:xfrm>
            <a:off x="119464" y="6369684"/>
            <a:ext cx="120725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 err="1"/>
              <a:t>Choosing</a:t>
            </a:r>
            <a:r>
              <a:rPr lang="nl-NL" dirty="0"/>
              <a:t> a </a:t>
            </a:r>
            <a:r>
              <a:rPr lang="nl-NL" dirty="0" err="1"/>
              <a:t>representation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matches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underlying</a:t>
            </a:r>
            <a:r>
              <a:rPr lang="nl-NL" dirty="0"/>
              <a:t> data model </a:t>
            </a:r>
            <a:r>
              <a:rPr lang="nl-NL" dirty="0" err="1"/>
              <a:t>helps</a:t>
            </a:r>
            <a:r>
              <a:rPr lang="nl-NL" dirty="0"/>
              <a:t> preserve </a:t>
            </a:r>
            <a:r>
              <a:rPr lang="nl-NL" dirty="0" err="1"/>
              <a:t>relationships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software </a:t>
            </a:r>
            <a:r>
              <a:rPr lang="nl-NL" dirty="0" err="1"/>
              <a:t>needs</a:t>
            </a:r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54123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37A25996-5DCE-FE32-E340-7A1CD8024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1E986D0D-E8EC-ACCE-579B-18BD2E46A9C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22D4BF-5E00-C904-2E93-BF795E276AE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933" b="7598"/>
          <a:stretch>
            <a:fillRect/>
          </a:stretch>
        </p:blipFill>
        <p:spPr>
          <a:xfrm>
            <a:off x="0" y="260624"/>
            <a:ext cx="12185522" cy="5792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587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040D88D6-5200-133F-FBE0-04F149D934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2DC58D1A-D237-940E-60F1-79920C7E76A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278A935-3600-9125-513A-A8760AA5523D}"/>
              </a:ext>
            </a:extLst>
          </p:cNvPr>
          <p:cNvGrpSpPr/>
          <p:nvPr/>
        </p:nvGrpSpPr>
        <p:grpSpPr>
          <a:xfrm>
            <a:off x="1254503" y="636655"/>
            <a:ext cx="10232020" cy="2093664"/>
            <a:chOff x="1574156" y="784282"/>
            <a:chExt cx="7396224" cy="2093664"/>
          </a:xfrm>
        </p:grpSpPr>
        <p:sp>
          <p:nvSpPr>
            <p:cNvPr id="19" name="Double Wave 18">
              <a:extLst>
                <a:ext uri="{FF2B5EF4-FFF2-40B4-BE49-F238E27FC236}">
                  <a16:creationId xmlns:a16="http://schemas.microsoft.com/office/drawing/2014/main" id="{B2353C45-FE5D-D07F-7B4A-945BD42EBACB}"/>
                </a:ext>
              </a:extLst>
            </p:cNvPr>
            <p:cNvSpPr/>
            <p:nvPr/>
          </p:nvSpPr>
          <p:spPr>
            <a:xfrm>
              <a:off x="1574156" y="784282"/>
              <a:ext cx="7396224" cy="2093664"/>
            </a:xfrm>
            <a:prstGeom prst="doubleWave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D1B6378F-4489-282A-D7F5-140DDB17121C}"/>
                </a:ext>
              </a:extLst>
            </p:cNvPr>
            <p:cNvSpPr txBox="1"/>
            <p:nvPr/>
          </p:nvSpPr>
          <p:spPr>
            <a:xfrm>
              <a:off x="2225234" y="1222055"/>
              <a:ext cx="6094070" cy="14773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nl-NL" b="1" dirty="0"/>
                <a:t>The </a:t>
              </a:r>
              <a:r>
                <a:rPr lang="nl-NL" b="1" dirty="0" err="1"/>
                <a:t>choice</a:t>
              </a:r>
              <a:r>
                <a:rPr lang="nl-NL" b="1" dirty="0"/>
                <a:t> of data model </a:t>
              </a:r>
              <a:r>
                <a:rPr lang="nl-NL" b="1" dirty="0" err="1"/>
                <a:t>reflects</a:t>
              </a:r>
              <a:r>
                <a:rPr lang="nl-NL" b="1" dirty="0"/>
                <a:t> </a:t>
              </a:r>
              <a:r>
                <a:rPr lang="nl-NL" b="1" dirty="0" err="1"/>
                <a:t>how</a:t>
              </a:r>
              <a:r>
                <a:rPr lang="nl-NL" b="1" dirty="0"/>
                <a:t> </a:t>
              </a:r>
              <a:r>
                <a:rPr lang="nl-NL" b="1" dirty="0" err="1"/>
                <a:t>you</a:t>
              </a:r>
              <a:r>
                <a:rPr lang="nl-NL" b="1" dirty="0"/>
                <a:t> </a:t>
              </a:r>
              <a:r>
                <a:rPr lang="nl-NL" b="1" dirty="0" err="1"/>
                <a:t>conceptualise</a:t>
              </a:r>
              <a:r>
                <a:rPr lang="nl-NL" b="1" dirty="0"/>
                <a:t> </a:t>
              </a:r>
              <a:r>
                <a:rPr lang="nl-NL" b="1" dirty="0" err="1"/>
                <a:t>the</a:t>
              </a:r>
              <a:r>
                <a:rPr lang="nl-NL" b="1" dirty="0"/>
                <a:t> </a:t>
              </a:r>
              <a:r>
                <a:rPr lang="nl-NL" b="1" dirty="0" err="1"/>
                <a:t>scientific</a:t>
              </a:r>
              <a:r>
                <a:rPr lang="nl-NL" b="1" dirty="0"/>
                <a:t> data. </a:t>
              </a:r>
              <a:r>
                <a:rPr lang="nl-NL" dirty="0" err="1"/>
                <a:t>Then</a:t>
              </a:r>
              <a:r>
                <a:rPr lang="nl-NL" dirty="0"/>
                <a:t> </a:t>
              </a:r>
              <a:r>
                <a:rPr lang="nl-NL" dirty="0" err="1"/>
                <a:t>choose</a:t>
              </a:r>
              <a:r>
                <a:rPr lang="nl-NL" dirty="0"/>
                <a:t> a </a:t>
              </a:r>
              <a:r>
                <a:rPr lang="nl-NL" dirty="0" err="1"/>
                <a:t>representation</a:t>
              </a:r>
              <a:r>
                <a:rPr lang="nl-NL" dirty="0"/>
                <a:t> </a:t>
              </a:r>
              <a:r>
                <a:rPr lang="nl-NL" dirty="0" err="1"/>
                <a:t>that</a:t>
              </a:r>
              <a:r>
                <a:rPr lang="nl-NL" dirty="0"/>
                <a:t> preserves </a:t>
              </a:r>
              <a:r>
                <a:rPr lang="nl-NL" dirty="0" err="1"/>
                <a:t>that</a:t>
              </a:r>
              <a:r>
                <a:rPr lang="nl-NL" dirty="0"/>
                <a:t> </a:t>
              </a:r>
              <a:r>
                <a:rPr lang="nl-NL" dirty="0" err="1"/>
                <a:t>structure</a:t>
              </a:r>
              <a:r>
                <a:rPr lang="nl-NL" dirty="0"/>
                <a:t> </a:t>
              </a:r>
              <a:r>
                <a:rPr lang="nl-NL" dirty="0" err="1"/>
                <a:t>with</a:t>
              </a:r>
              <a:r>
                <a:rPr lang="nl-NL" dirty="0"/>
                <a:t> </a:t>
              </a:r>
              <a:r>
                <a:rPr lang="nl-NL" dirty="0" err="1"/>
                <a:t>the</a:t>
              </a:r>
              <a:r>
                <a:rPr lang="nl-NL" dirty="0"/>
                <a:t> </a:t>
              </a:r>
              <a:r>
                <a:rPr lang="nl-NL" b="1" dirty="0" err="1"/>
                <a:t>least</a:t>
              </a:r>
              <a:r>
                <a:rPr lang="nl-NL" b="1" dirty="0"/>
                <a:t> </a:t>
              </a:r>
              <a:r>
                <a:rPr lang="nl-NL" b="1" dirty="0" err="1"/>
                <a:t>amount</a:t>
              </a:r>
              <a:r>
                <a:rPr lang="nl-NL" b="1" dirty="0"/>
                <a:t> of </a:t>
              </a:r>
              <a:r>
                <a:rPr lang="nl-NL" b="1" dirty="0" err="1"/>
                <a:t>flattening</a:t>
              </a:r>
              <a:r>
                <a:rPr lang="nl-NL" b="1" dirty="0"/>
                <a:t>, </a:t>
              </a:r>
              <a:r>
                <a:rPr lang="nl-NL" b="1" dirty="0" err="1"/>
                <a:t>reconstruction</a:t>
              </a:r>
              <a:r>
                <a:rPr lang="nl-NL" b="1" dirty="0"/>
                <a:t>, or </a:t>
              </a:r>
              <a:r>
                <a:rPr lang="nl-NL" b="1" dirty="0" err="1"/>
                <a:t>artificial</a:t>
              </a:r>
              <a:r>
                <a:rPr lang="nl-NL" b="1" dirty="0"/>
                <a:t> </a:t>
              </a:r>
              <a:r>
                <a:rPr lang="nl-NL" b="1" dirty="0" err="1"/>
                <a:t>complexity</a:t>
              </a:r>
              <a:r>
                <a:rPr lang="nl-NL" dirty="0"/>
                <a:t>.</a:t>
              </a:r>
              <a:endParaRPr lang="nl-NL" b="1" dirty="0"/>
            </a:p>
          </p:txBody>
        </p:sp>
      </p:grp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F3E562E2-7522-0836-0112-AD0BF9A655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0517224"/>
              </p:ext>
            </p:extLst>
          </p:nvPr>
        </p:nvGraphicFramePr>
        <p:xfrm>
          <a:off x="2798590" y="3106348"/>
          <a:ext cx="6949773" cy="22555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451739">
                  <a:extLst>
                    <a:ext uri="{9D8B030D-6E8A-4147-A177-3AD203B41FA5}">
                      <a16:colId xmlns:a16="http://schemas.microsoft.com/office/drawing/2014/main" val="27100549"/>
                    </a:ext>
                  </a:extLst>
                </a:gridCol>
                <a:gridCol w="3498034">
                  <a:extLst>
                    <a:ext uri="{9D8B030D-6E8A-4147-A177-3AD203B41FA5}">
                      <a16:colId xmlns:a16="http://schemas.microsoft.com/office/drawing/2014/main" val="1846019159"/>
                    </a:ext>
                  </a:extLst>
                </a:gridCol>
              </a:tblGrid>
              <a:tr h="30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b="1" dirty="0" err="1"/>
                        <a:t>If</a:t>
                      </a:r>
                      <a:r>
                        <a:rPr lang="nl-NL" b="1" dirty="0"/>
                        <a:t> I </a:t>
                      </a:r>
                      <a:r>
                        <a:rPr lang="nl-NL" b="1" dirty="0" err="1"/>
                        <a:t>think</a:t>
                      </a:r>
                      <a:r>
                        <a:rPr lang="nl-NL" b="1" dirty="0"/>
                        <a:t> of </a:t>
                      </a:r>
                      <a:r>
                        <a:rPr lang="nl-NL" b="1" dirty="0" err="1"/>
                        <a:t>my</a:t>
                      </a:r>
                      <a:r>
                        <a:rPr lang="nl-NL" b="1" dirty="0"/>
                        <a:t> data as…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b="1" dirty="0"/>
                        <a:t>Natural model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2791021"/>
                  </a:ext>
                </a:extLst>
              </a:tr>
              <a:tr h="30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dirty="0"/>
                        <a:t>“a </a:t>
                      </a:r>
                      <a:r>
                        <a:rPr lang="nl-NL" dirty="0" err="1"/>
                        <a:t>collection</a:t>
                      </a:r>
                      <a:r>
                        <a:rPr lang="nl-NL" dirty="0"/>
                        <a:t> of </a:t>
                      </a:r>
                      <a:r>
                        <a:rPr lang="nl-NL" dirty="0" err="1"/>
                        <a:t>observations</a:t>
                      </a:r>
                      <a:r>
                        <a:rPr lang="nl-NL" dirty="0"/>
                        <a:t>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/>
                        <a:t>Tabular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9094427"/>
                  </a:ext>
                </a:extLst>
              </a:tr>
              <a:tr h="30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dirty="0"/>
                        <a:t>“variables </a:t>
                      </a:r>
                      <a:r>
                        <a:rPr lang="nl-NL" dirty="0" err="1"/>
                        <a:t>varying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along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several</a:t>
                      </a:r>
                      <a:r>
                        <a:rPr lang="nl-NL" dirty="0"/>
                        <a:t> shared </a:t>
                      </a:r>
                      <a:r>
                        <a:rPr lang="nl-NL" dirty="0" err="1"/>
                        <a:t>dimensions</a:t>
                      </a:r>
                      <a:r>
                        <a:rPr lang="nl-NL" dirty="0"/>
                        <a:t>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/>
                        <a:t>Multidimensional arrays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5717179"/>
                  </a:ext>
                </a:extLst>
              </a:tr>
              <a:tr h="30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dirty="0"/>
                        <a:t>“a </a:t>
                      </a:r>
                      <a:r>
                        <a:rPr lang="nl-NL" dirty="0" err="1"/>
                        <a:t>collection</a:t>
                      </a:r>
                      <a:r>
                        <a:rPr lang="nl-NL" dirty="0"/>
                        <a:t> of meteorological forecast fields”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/>
                        <a:t>GRIB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62369006"/>
                  </a:ext>
                </a:extLst>
              </a:tr>
              <a:tr h="30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dirty="0"/>
                        <a:t>“a </a:t>
                      </a:r>
                      <a:r>
                        <a:rPr lang="nl-NL" dirty="0" err="1"/>
                        <a:t>georeferenced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spatial</a:t>
                      </a:r>
                      <a:r>
                        <a:rPr lang="nl-NL" dirty="0"/>
                        <a:t> </a:t>
                      </a:r>
                      <a:r>
                        <a:rPr lang="nl-NL" dirty="0" err="1"/>
                        <a:t>surface</a:t>
                      </a:r>
                      <a:r>
                        <a:rPr lang="nl-NL" dirty="0"/>
                        <a:t>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/>
                        <a:t>Raster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093641"/>
                  </a:ext>
                </a:extLst>
              </a:tr>
              <a:tr h="30274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/>
                        <a:t>“geographic objects with properties”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dirty="0" err="1"/>
                        <a:t>Geospatial</a:t>
                      </a:r>
                      <a:r>
                        <a:rPr lang="nl-NL" dirty="0"/>
                        <a:t> features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454821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25080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2927CDF1-F04E-29F9-AA5F-E62BC31F3B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FCB45602-3F77-700C-9B6C-BDD9B07E318B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4CE4B916-1490-1352-A5F4-85CE274FBD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03791" y="485282"/>
            <a:ext cx="7473586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NetCDF</a:t>
            </a:r>
            <a:endParaRPr lang="nl-NL" sz="2000" b="1" dirty="0"/>
          </a:p>
          <a:p>
            <a:pPr marL="0" indent="0"/>
            <a:r>
              <a:rPr lang="nl-NL" sz="2000" b="1" dirty="0"/>
              <a:t>           a shared data model </a:t>
            </a:r>
            <a:r>
              <a:rPr lang="nl-NL" sz="2000" b="1" dirty="0" err="1"/>
              <a:t>for</a:t>
            </a:r>
            <a:r>
              <a:rPr lang="nl-NL" sz="2000" b="1" dirty="0"/>
              <a:t> </a:t>
            </a:r>
            <a:r>
              <a:rPr lang="nl-NL" sz="2000" b="1" dirty="0" err="1"/>
              <a:t>multidimensional</a:t>
            </a:r>
            <a:r>
              <a:rPr lang="nl-NL" sz="2000" b="1" dirty="0"/>
              <a:t> </a:t>
            </a:r>
            <a:r>
              <a:rPr lang="nl-NL" sz="2000" b="1" dirty="0" err="1"/>
              <a:t>scientific</a:t>
            </a:r>
            <a:r>
              <a:rPr lang="nl-NL" sz="2000" b="1" dirty="0"/>
              <a:t> data</a:t>
            </a:r>
            <a:endParaRPr lang="nl-NL" sz="20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pic>
        <p:nvPicPr>
          <p:cNvPr id="3" name="Picture 2" descr="A NetCDF file consists of dimensions, variables, and attributes">
            <a:extLst>
              <a:ext uri="{FF2B5EF4-FFF2-40B4-BE49-F238E27FC236}">
                <a16:creationId xmlns:a16="http://schemas.microsoft.com/office/drawing/2014/main" id="{800B5C66-A2A4-50B3-DCC4-55B373EB53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77" y="2609997"/>
            <a:ext cx="4710591" cy="3987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F6F5DDF-F63F-3873-409E-593C40ECD6CA}"/>
              </a:ext>
            </a:extLst>
          </p:cNvPr>
          <p:cNvSpPr txBox="1"/>
          <p:nvPr/>
        </p:nvSpPr>
        <p:spPr>
          <a:xfrm>
            <a:off x="5416952" y="2238659"/>
            <a:ext cx="6694025" cy="3570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nl-NL" sz="1600" b="1" dirty="0" err="1"/>
              <a:t>NetCDF</a:t>
            </a:r>
            <a:r>
              <a:rPr lang="nl-NL" sz="1600" b="1" dirty="0"/>
              <a:t>: </a:t>
            </a:r>
            <a:r>
              <a:rPr lang="nl-NL" sz="1600" dirty="0"/>
              <a:t>Network Common Data Form</a:t>
            </a:r>
          </a:p>
          <a:p>
            <a:pPr marL="285750" indent="-285750">
              <a:buFontTx/>
              <a:buChar char="-"/>
            </a:pPr>
            <a:r>
              <a:rPr lang="nl-NL" sz="1600" dirty="0" err="1"/>
              <a:t>Originated</a:t>
            </a:r>
            <a:r>
              <a:rPr lang="nl-NL" sz="1600" dirty="0"/>
              <a:t> at </a:t>
            </a:r>
            <a:r>
              <a:rPr lang="nl-NL" sz="1600" dirty="0" err="1"/>
              <a:t>Unidata</a:t>
            </a:r>
            <a:r>
              <a:rPr lang="nl-NL" sz="1600" dirty="0"/>
              <a:t>(part of </a:t>
            </a:r>
            <a:r>
              <a:rPr lang="nl-NL" sz="1600" dirty="0" err="1"/>
              <a:t>the</a:t>
            </a:r>
            <a:r>
              <a:rPr lang="nl-NL" sz="1600" dirty="0"/>
              <a:t> University Corporation </a:t>
            </a:r>
            <a:r>
              <a:rPr lang="nl-NL" sz="1600" dirty="0" err="1"/>
              <a:t>for</a:t>
            </a:r>
            <a:r>
              <a:rPr lang="nl-NL" sz="1600" dirty="0"/>
              <a:t> </a:t>
            </a:r>
            <a:r>
              <a:rPr lang="nl-NL" sz="1600" dirty="0" err="1"/>
              <a:t>Atmospheric</a:t>
            </a:r>
            <a:r>
              <a:rPr lang="nl-NL" sz="1600" dirty="0"/>
              <a:t> Research) in USA in 1989. </a:t>
            </a:r>
          </a:p>
          <a:p>
            <a:pPr marL="285750" indent="-285750">
              <a:buFontTx/>
              <a:buChar char="-"/>
            </a:pPr>
            <a:r>
              <a:rPr lang="nl-NL" sz="1600" dirty="0" err="1"/>
              <a:t>Why</a:t>
            </a:r>
            <a:r>
              <a:rPr lang="nl-NL" sz="1600" dirty="0"/>
              <a:t>: </a:t>
            </a:r>
            <a:r>
              <a:rPr lang="nl-NL" sz="1600" dirty="0" err="1"/>
              <a:t>Unidata</a:t>
            </a:r>
            <a:r>
              <a:rPr lang="nl-NL" sz="1600" dirty="0"/>
              <a:t> </a:t>
            </a:r>
            <a:r>
              <a:rPr lang="nl-NL" sz="1600" dirty="0" err="1"/>
              <a:t>needed</a:t>
            </a:r>
            <a:r>
              <a:rPr lang="nl-NL" sz="1600" dirty="0"/>
              <a:t> a common way </a:t>
            </a:r>
            <a:r>
              <a:rPr lang="nl-NL" sz="1600" dirty="0" err="1"/>
              <a:t>for</a:t>
            </a:r>
            <a:r>
              <a:rPr lang="nl-NL" sz="1600" dirty="0"/>
              <a:t> different </a:t>
            </a:r>
            <a:r>
              <a:rPr lang="nl-NL" sz="1600" dirty="0" err="1"/>
              <a:t>applications</a:t>
            </a:r>
            <a:r>
              <a:rPr lang="nl-NL" sz="1600" dirty="0"/>
              <a:t> </a:t>
            </a:r>
            <a:r>
              <a:rPr lang="nl-NL" sz="1600" dirty="0" err="1"/>
              <a:t>and</a:t>
            </a:r>
            <a:r>
              <a:rPr lang="nl-NL" sz="1600" dirty="0"/>
              <a:t> computer systems </a:t>
            </a:r>
            <a:r>
              <a:rPr lang="nl-NL" sz="1600" dirty="0" err="1"/>
              <a:t>to</a:t>
            </a:r>
            <a:r>
              <a:rPr lang="nl-NL" sz="1600" dirty="0"/>
              <a:t> access </a:t>
            </a:r>
            <a:r>
              <a:rPr lang="nl-NL" sz="1600" dirty="0" err="1"/>
              <a:t>real-time</a:t>
            </a:r>
            <a:r>
              <a:rPr lang="nl-NL" sz="1600" dirty="0"/>
              <a:t> meteorological data.</a:t>
            </a:r>
          </a:p>
          <a:p>
            <a:pPr marL="285750" indent="-285750">
              <a:buFontTx/>
              <a:buChar char="-"/>
            </a:pPr>
            <a:r>
              <a:rPr lang="nl-NL" sz="1600" dirty="0"/>
              <a:t>In </a:t>
            </a:r>
            <a:r>
              <a:rPr lang="nl-NL" sz="1600" b="1" dirty="0"/>
              <a:t>1987</a:t>
            </a:r>
            <a:r>
              <a:rPr lang="nl-NL" sz="1600" dirty="0"/>
              <a:t>, </a:t>
            </a:r>
            <a:r>
              <a:rPr lang="nl-NL" sz="1600" dirty="0" err="1"/>
              <a:t>Unidata</a:t>
            </a:r>
            <a:r>
              <a:rPr lang="nl-NL" sz="1600" dirty="0"/>
              <a:t> </a:t>
            </a:r>
            <a:r>
              <a:rPr lang="nl-NL" sz="1600" dirty="0" err="1"/>
              <a:t>organised</a:t>
            </a:r>
            <a:r>
              <a:rPr lang="nl-NL" sz="1600" dirty="0"/>
              <a:t> a workshop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explore</a:t>
            </a:r>
            <a:r>
              <a:rPr lang="nl-NL" sz="1600" dirty="0"/>
              <a:t> </a:t>
            </a:r>
            <a:r>
              <a:rPr lang="nl-NL" sz="1600" dirty="0" err="1"/>
              <a:t>ideas</a:t>
            </a:r>
            <a:r>
              <a:rPr lang="nl-NL" sz="1600" dirty="0"/>
              <a:t> </a:t>
            </a:r>
            <a:r>
              <a:rPr lang="nl-NL" sz="1600" dirty="0" err="1"/>
              <a:t>from</a:t>
            </a:r>
            <a:r>
              <a:rPr lang="nl-NL" sz="1600" dirty="0"/>
              <a:t> </a:t>
            </a:r>
            <a:r>
              <a:rPr lang="nl-NL" sz="1600" dirty="0" err="1"/>
              <a:t>NASA's</a:t>
            </a:r>
            <a:r>
              <a:rPr lang="nl-NL" sz="1600" dirty="0"/>
              <a:t> </a:t>
            </a:r>
            <a:r>
              <a:rPr lang="nl-NL" sz="1600" b="1" dirty="0"/>
              <a:t>Common Data Format (CDF)</a:t>
            </a:r>
            <a:r>
              <a:rPr lang="nl-NL" sz="1600" dirty="0"/>
              <a:t>. Glenn Davis </a:t>
            </a:r>
            <a:r>
              <a:rPr lang="nl-NL" sz="1600" dirty="0" err="1"/>
              <a:t>and</a:t>
            </a:r>
            <a:r>
              <a:rPr lang="nl-NL" sz="1600" dirty="0"/>
              <a:t> </a:t>
            </a:r>
            <a:r>
              <a:rPr lang="nl-NL" sz="1600" dirty="0" err="1"/>
              <a:t>Russ</a:t>
            </a:r>
            <a:r>
              <a:rPr lang="nl-NL" sz="1600" dirty="0"/>
              <a:t> </a:t>
            </a:r>
            <a:r>
              <a:rPr lang="nl-NL" sz="1600" dirty="0" err="1"/>
              <a:t>Rew</a:t>
            </a:r>
            <a:r>
              <a:rPr lang="nl-NL" sz="1600" dirty="0"/>
              <a:t> </a:t>
            </a:r>
            <a:r>
              <a:rPr lang="nl-NL" sz="1600" dirty="0" err="1"/>
              <a:t>implemented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first </a:t>
            </a:r>
            <a:r>
              <a:rPr lang="nl-NL" sz="1600" dirty="0" err="1"/>
              <a:t>version</a:t>
            </a:r>
            <a:r>
              <a:rPr lang="nl-NL" sz="1600" dirty="0"/>
              <a:t> of </a:t>
            </a:r>
            <a:r>
              <a:rPr lang="nl-NL" sz="1600" dirty="0" err="1"/>
              <a:t>NetCDF</a:t>
            </a:r>
            <a:r>
              <a:rPr lang="nl-NL" sz="1600" dirty="0"/>
              <a:t> in 1989.</a:t>
            </a:r>
          </a:p>
          <a:p>
            <a:pPr marL="285750" indent="-285750">
              <a:buFontTx/>
              <a:buChar char="-"/>
            </a:pPr>
            <a:r>
              <a:rPr lang="nl-NL" sz="1600" dirty="0"/>
              <a:t>The </a:t>
            </a:r>
            <a:r>
              <a:rPr lang="nl-NL" sz="1600" dirty="0" err="1"/>
              <a:t>original</a:t>
            </a:r>
            <a:r>
              <a:rPr lang="nl-NL" sz="1600" dirty="0"/>
              <a:t> goal was </a:t>
            </a:r>
            <a:r>
              <a:rPr lang="nl-NL" sz="1600" dirty="0" err="1"/>
              <a:t>therefore</a:t>
            </a:r>
            <a:r>
              <a:rPr lang="nl-NL" sz="1600" dirty="0"/>
              <a:t> </a:t>
            </a:r>
            <a:r>
              <a:rPr lang="nl-NL" sz="1600" dirty="0" err="1"/>
              <a:t>not</a:t>
            </a:r>
            <a:r>
              <a:rPr lang="nl-NL" sz="1600" dirty="0"/>
              <a:t> </a:t>
            </a:r>
            <a:r>
              <a:rPr lang="nl-NL" sz="1600" dirty="0" err="1"/>
              <a:t>simply</a:t>
            </a:r>
            <a:r>
              <a:rPr lang="nl-NL" sz="1600" dirty="0"/>
              <a:t>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invent</a:t>
            </a:r>
            <a:r>
              <a:rPr lang="nl-NL" sz="1600" dirty="0"/>
              <a:t> </a:t>
            </a:r>
            <a:r>
              <a:rPr lang="nl-NL" sz="1600" dirty="0" err="1"/>
              <a:t>another</a:t>
            </a:r>
            <a:r>
              <a:rPr lang="nl-NL" sz="1600" dirty="0"/>
              <a:t> file format. </a:t>
            </a:r>
            <a:r>
              <a:rPr lang="nl-NL" sz="1600" dirty="0" err="1"/>
              <a:t>NetCDF</a:t>
            </a:r>
            <a:r>
              <a:rPr lang="nl-NL" sz="1600" dirty="0"/>
              <a:t> was </a:t>
            </a:r>
            <a:r>
              <a:rPr lang="nl-NL" sz="1600" dirty="0" err="1"/>
              <a:t>designed</a:t>
            </a:r>
            <a:r>
              <a:rPr lang="nl-NL" sz="1600" dirty="0"/>
              <a:t>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provide</a:t>
            </a:r>
            <a:r>
              <a:rPr lang="nl-NL" sz="1600" dirty="0"/>
              <a:t> a </a:t>
            </a:r>
            <a:r>
              <a:rPr lang="nl-NL" sz="1600" b="1" dirty="0"/>
              <a:t>portable, </a:t>
            </a:r>
            <a:r>
              <a:rPr lang="nl-NL" sz="1600" b="1" dirty="0" err="1"/>
              <a:t>self-describing</a:t>
            </a:r>
            <a:r>
              <a:rPr lang="nl-NL" sz="1600" b="1" dirty="0"/>
              <a:t> interface </a:t>
            </a:r>
            <a:r>
              <a:rPr lang="nl-NL" sz="1600" b="1" dirty="0" err="1"/>
              <a:t>for</a:t>
            </a:r>
            <a:r>
              <a:rPr lang="nl-NL" sz="1600" b="1" dirty="0"/>
              <a:t> array-</a:t>
            </a:r>
            <a:r>
              <a:rPr lang="nl-NL" sz="1600" b="1" dirty="0" err="1"/>
              <a:t>oriented</a:t>
            </a:r>
            <a:r>
              <a:rPr lang="nl-NL" sz="1600" b="1" dirty="0"/>
              <a:t> </a:t>
            </a:r>
            <a:r>
              <a:rPr lang="nl-NL" sz="1600" b="1" dirty="0" err="1"/>
              <a:t>scientific</a:t>
            </a:r>
            <a:r>
              <a:rPr lang="nl-NL" sz="1600" b="1" dirty="0"/>
              <a:t> data</a:t>
            </a:r>
            <a:r>
              <a:rPr lang="nl-NL" sz="1600" dirty="0"/>
              <a:t>, </a:t>
            </a:r>
            <a:r>
              <a:rPr lang="nl-NL" sz="1600" dirty="0" err="1"/>
              <a:t>allowing</a:t>
            </a:r>
            <a:r>
              <a:rPr lang="nl-NL" sz="1600" dirty="0"/>
              <a:t> </a:t>
            </a:r>
            <a:r>
              <a:rPr lang="nl-NL" sz="1600" dirty="0" err="1"/>
              <a:t>the</a:t>
            </a:r>
            <a:r>
              <a:rPr lang="nl-NL" sz="1600" dirty="0"/>
              <a:t> </a:t>
            </a:r>
            <a:r>
              <a:rPr lang="nl-NL" sz="1600" dirty="0" err="1"/>
              <a:t>same</a:t>
            </a:r>
            <a:r>
              <a:rPr lang="nl-NL" sz="1600" dirty="0"/>
              <a:t> data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be</a:t>
            </a:r>
            <a:r>
              <a:rPr lang="nl-NL" sz="1600" dirty="0"/>
              <a:t> </a:t>
            </a:r>
            <a:r>
              <a:rPr lang="nl-NL" sz="1600" dirty="0" err="1"/>
              <a:t>accessed</a:t>
            </a:r>
            <a:r>
              <a:rPr lang="nl-NL" sz="1600" dirty="0"/>
              <a:t> </a:t>
            </a:r>
            <a:r>
              <a:rPr lang="nl-NL" sz="1600" dirty="0" err="1"/>
              <a:t>by</a:t>
            </a:r>
            <a:r>
              <a:rPr lang="nl-NL" sz="1600" dirty="0"/>
              <a:t> different software </a:t>
            </a:r>
            <a:r>
              <a:rPr lang="nl-NL" sz="1600" dirty="0" err="1"/>
              <a:t>and</a:t>
            </a:r>
            <a:r>
              <a:rPr lang="nl-NL" sz="1600" dirty="0"/>
              <a:t> hardware platforms.</a:t>
            </a:r>
          </a:p>
          <a:p>
            <a:endParaRPr lang="nl-NL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337EB3-45F2-4492-0FE2-4212A04DB994}"/>
              </a:ext>
            </a:extLst>
          </p:cNvPr>
          <p:cNvSpPr txBox="1"/>
          <p:nvPr/>
        </p:nvSpPr>
        <p:spPr>
          <a:xfrm>
            <a:off x="3475300" y="5766377"/>
            <a:ext cx="7752144" cy="83099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nl-NL" sz="1600" b="1" dirty="0" err="1"/>
              <a:t>NetCDF</a:t>
            </a:r>
            <a:r>
              <a:rPr lang="nl-NL" sz="1600" b="1" dirty="0"/>
              <a:t> was born </a:t>
            </a:r>
            <a:r>
              <a:rPr lang="nl-NL" sz="1600" b="1" dirty="0" err="1"/>
              <a:t>from</a:t>
            </a:r>
            <a:r>
              <a:rPr lang="nl-NL" sz="1600" b="1" dirty="0"/>
              <a:t> </a:t>
            </a:r>
            <a:r>
              <a:rPr lang="nl-NL" sz="1600" b="1" dirty="0" err="1"/>
              <a:t>an</a:t>
            </a:r>
            <a:r>
              <a:rPr lang="nl-NL" sz="1600" b="1" dirty="0"/>
              <a:t> </a:t>
            </a:r>
            <a:r>
              <a:rPr lang="nl-NL" sz="1600" b="1" dirty="0" err="1"/>
              <a:t>interoperability</a:t>
            </a:r>
            <a:r>
              <a:rPr lang="nl-NL" sz="1600" b="1" dirty="0"/>
              <a:t> </a:t>
            </a:r>
            <a:r>
              <a:rPr lang="nl-NL" sz="1600" b="1" dirty="0" err="1"/>
              <a:t>problem</a:t>
            </a:r>
            <a:r>
              <a:rPr lang="nl-NL" sz="1600" b="1" dirty="0"/>
              <a:t>:</a:t>
            </a:r>
            <a:r>
              <a:rPr lang="nl-NL" sz="1600" dirty="0"/>
              <a:t> </a:t>
            </a:r>
            <a:r>
              <a:rPr lang="nl-NL" sz="1600" dirty="0" err="1"/>
              <a:t>how</a:t>
            </a:r>
            <a:r>
              <a:rPr lang="nl-NL" sz="1600" dirty="0"/>
              <a:t> </a:t>
            </a:r>
            <a:r>
              <a:rPr lang="nl-NL" sz="1600" dirty="0" err="1"/>
              <a:t>can</a:t>
            </a:r>
            <a:r>
              <a:rPr lang="nl-NL" sz="1600" dirty="0"/>
              <a:t> </a:t>
            </a:r>
            <a:r>
              <a:rPr lang="nl-NL" sz="1600" dirty="0" err="1"/>
              <a:t>scientists</a:t>
            </a:r>
            <a:r>
              <a:rPr lang="nl-NL" sz="1600" dirty="0"/>
              <a:t> store </a:t>
            </a:r>
            <a:r>
              <a:rPr lang="nl-NL" sz="1600" dirty="0" err="1"/>
              <a:t>multidimensional</a:t>
            </a:r>
            <a:r>
              <a:rPr lang="nl-NL" sz="1600" dirty="0"/>
              <a:t> data </a:t>
            </a:r>
            <a:r>
              <a:rPr lang="nl-NL" sz="1600" dirty="0" err="1"/>
              <a:t>once</a:t>
            </a:r>
            <a:r>
              <a:rPr lang="nl-NL" sz="1600" dirty="0"/>
              <a:t> </a:t>
            </a:r>
            <a:r>
              <a:rPr lang="nl-NL" sz="1600" dirty="0" err="1"/>
              <a:t>and</a:t>
            </a:r>
            <a:r>
              <a:rPr lang="nl-NL" sz="1600" dirty="0"/>
              <a:t> </a:t>
            </a:r>
            <a:r>
              <a:rPr lang="nl-NL" sz="1600" dirty="0" err="1"/>
              <a:t>allow</a:t>
            </a:r>
            <a:r>
              <a:rPr lang="nl-NL" sz="1600" dirty="0"/>
              <a:t> different programs, </a:t>
            </a:r>
            <a:r>
              <a:rPr lang="nl-NL" sz="1600" dirty="0" err="1"/>
              <a:t>programming</a:t>
            </a:r>
            <a:r>
              <a:rPr lang="nl-NL" sz="1600" dirty="0"/>
              <a:t> </a:t>
            </a:r>
            <a:r>
              <a:rPr lang="nl-NL" sz="1600" dirty="0" err="1"/>
              <a:t>languages</a:t>
            </a:r>
            <a:r>
              <a:rPr lang="nl-NL" sz="1600" dirty="0"/>
              <a:t>, </a:t>
            </a:r>
            <a:r>
              <a:rPr lang="nl-NL" sz="1600" dirty="0" err="1"/>
              <a:t>and</a:t>
            </a:r>
            <a:r>
              <a:rPr lang="nl-NL" sz="1600" dirty="0"/>
              <a:t> computers </a:t>
            </a:r>
            <a:r>
              <a:rPr lang="nl-NL" sz="1600" dirty="0" err="1"/>
              <a:t>to</a:t>
            </a:r>
            <a:r>
              <a:rPr lang="nl-NL" sz="1600" dirty="0"/>
              <a:t> </a:t>
            </a:r>
            <a:r>
              <a:rPr lang="nl-NL" sz="1600" dirty="0" err="1"/>
              <a:t>understand</a:t>
            </a:r>
            <a:r>
              <a:rPr lang="nl-NL" sz="1600" dirty="0"/>
              <a:t> </a:t>
            </a:r>
            <a:r>
              <a:rPr lang="nl-NL" sz="1600" dirty="0" err="1"/>
              <a:t>its</a:t>
            </a:r>
            <a:r>
              <a:rPr lang="nl-NL" sz="1600" dirty="0"/>
              <a:t> </a:t>
            </a:r>
            <a:r>
              <a:rPr lang="nl-NL" sz="1600" dirty="0" err="1"/>
              <a:t>structure</a:t>
            </a:r>
            <a:r>
              <a:rPr lang="nl-NL" sz="1600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623708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48D9787D-B2C2-E9D1-D368-09356A14C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B6B9FDF2-EC2A-1192-B36C-C83CC9E428A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0FEC9710-B20F-FA63-AB0A-1E035FC285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03791" y="485282"/>
            <a:ext cx="7473586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NetCDF</a:t>
            </a:r>
            <a:endParaRPr lang="nl-NL" sz="2000" b="1" dirty="0"/>
          </a:p>
          <a:p>
            <a:pPr marL="0" indent="0"/>
            <a:r>
              <a:rPr lang="nl-NL" sz="2000" b="1" dirty="0"/>
              <a:t>           a shared data model </a:t>
            </a:r>
            <a:r>
              <a:rPr lang="nl-NL" sz="2000" b="1" dirty="0" err="1"/>
              <a:t>for</a:t>
            </a:r>
            <a:r>
              <a:rPr lang="nl-NL" sz="2000" b="1" dirty="0"/>
              <a:t> </a:t>
            </a:r>
            <a:r>
              <a:rPr lang="nl-NL" sz="2000" b="1" dirty="0" err="1"/>
              <a:t>multidimensional</a:t>
            </a:r>
            <a:r>
              <a:rPr lang="nl-NL" sz="2000" b="1" dirty="0"/>
              <a:t> </a:t>
            </a:r>
            <a:r>
              <a:rPr lang="nl-NL" sz="2000" b="1" dirty="0" err="1"/>
              <a:t>scientific</a:t>
            </a:r>
            <a:r>
              <a:rPr lang="nl-NL" sz="2000" b="1" dirty="0"/>
              <a:t> data</a:t>
            </a:r>
            <a:endParaRPr lang="nl-NL" sz="20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pic>
        <p:nvPicPr>
          <p:cNvPr id="3" name="Picture 2" descr="A NetCDF file consists of dimensions, variables, and attributes">
            <a:extLst>
              <a:ext uri="{FF2B5EF4-FFF2-40B4-BE49-F238E27FC236}">
                <a16:creationId xmlns:a16="http://schemas.microsoft.com/office/drawing/2014/main" id="{DCC062C5-693A-38FA-1C38-0E2C7F7BF4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77" y="2609997"/>
            <a:ext cx="4710591" cy="3987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1B2926F-59C6-DAC8-5F64-8B3F08615012}"/>
              </a:ext>
            </a:extLst>
          </p:cNvPr>
          <p:cNvSpPr txBox="1"/>
          <p:nvPr/>
        </p:nvSpPr>
        <p:spPr>
          <a:xfrm>
            <a:off x="5978633" y="2609997"/>
            <a:ext cx="554427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dirty="0"/>
              <a:t>The classic </a:t>
            </a:r>
            <a:r>
              <a:rPr lang="nl-NL" dirty="0" err="1"/>
              <a:t>NetCDF</a:t>
            </a:r>
            <a:r>
              <a:rPr lang="nl-NL" dirty="0"/>
              <a:t> data model </a:t>
            </a:r>
            <a:r>
              <a:rPr lang="nl-NL" dirty="0" err="1"/>
              <a:t>answers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question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three</a:t>
            </a:r>
            <a:r>
              <a:rPr lang="nl-NL" dirty="0"/>
              <a:t> </a:t>
            </a:r>
            <a:r>
              <a:rPr lang="nl-NL" dirty="0" err="1"/>
              <a:t>central</a:t>
            </a:r>
            <a:r>
              <a:rPr lang="nl-NL" dirty="0"/>
              <a:t> </a:t>
            </a:r>
            <a:r>
              <a:rPr lang="nl-NL" dirty="0" err="1"/>
              <a:t>structural</a:t>
            </a:r>
            <a:r>
              <a:rPr lang="nl-NL" dirty="0"/>
              <a:t> </a:t>
            </a:r>
            <a:r>
              <a:rPr lang="nl-NL" dirty="0" err="1"/>
              <a:t>elements</a:t>
            </a:r>
            <a:r>
              <a:rPr lang="nl-NL" dirty="0"/>
              <a:t>: </a:t>
            </a:r>
            <a:r>
              <a:rPr lang="nl-NL" b="1" dirty="0" err="1"/>
              <a:t>dimensions</a:t>
            </a:r>
            <a:r>
              <a:rPr lang="nl-NL" b="1" dirty="0"/>
              <a:t>, variables, </a:t>
            </a:r>
            <a:r>
              <a:rPr lang="nl-NL" b="1" dirty="0" err="1"/>
              <a:t>and</a:t>
            </a:r>
            <a:r>
              <a:rPr lang="nl-NL" b="1" dirty="0"/>
              <a:t> </a:t>
            </a:r>
            <a:r>
              <a:rPr lang="nl-NL" b="1" dirty="0" err="1"/>
              <a:t>attributes</a:t>
            </a:r>
            <a:r>
              <a:rPr lang="nl-NL" b="1" dirty="0"/>
              <a:t>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b="1" dirty="0" err="1"/>
              <a:t>Dimensions</a:t>
            </a:r>
            <a:r>
              <a:rPr lang="nl-NL" dirty="0"/>
              <a:t> </a:t>
            </a:r>
            <a:r>
              <a:rPr lang="nl-NL" dirty="0" err="1"/>
              <a:t>define</a:t>
            </a:r>
            <a:r>
              <a:rPr lang="nl-NL" dirty="0"/>
              <a:t> </a:t>
            </a:r>
            <a:r>
              <a:rPr lang="nl-NL" dirty="0" err="1"/>
              <a:t>named</a:t>
            </a:r>
            <a:r>
              <a:rPr lang="nl-NL" dirty="0"/>
              <a:t> </a:t>
            </a:r>
            <a:r>
              <a:rPr lang="nl-NL" dirty="0" err="1"/>
              <a:t>axes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their</a:t>
            </a:r>
            <a:r>
              <a:rPr lang="nl-NL" dirty="0"/>
              <a:t> </a:t>
            </a:r>
            <a:r>
              <a:rPr lang="nl-NL" dirty="0" err="1"/>
              <a:t>lengths</a:t>
            </a:r>
            <a:r>
              <a:rPr lang="nl-NL" dirty="0"/>
              <a:t>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b="1" dirty="0"/>
              <a:t>Variables </a:t>
            </a:r>
            <a:r>
              <a:rPr lang="nl-NL" dirty="0"/>
              <a:t>are </a:t>
            </a:r>
            <a:r>
              <a:rPr lang="nl-NL" dirty="0" err="1"/>
              <a:t>typed</a:t>
            </a:r>
            <a:r>
              <a:rPr lang="nl-NL" dirty="0"/>
              <a:t> N-</a:t>
            </a:r>
            <a:r>
              <a:rPr lang="nl-NL" dirty="0" err="1"/>
              <a:t>dimensional</a:t>
            </a:r>
            <a:r>
              <a:rPr lang="nl-NL" dirty="0"/>
              <a:t> arrays </a:t>
            </a:r>
            <a:r>
              <a:rPr lang="nl-NL" dirty="0" err="1"/>
              <a:t>whose</a:t>
            </a:r>
            <a:r>
              <a:rPr lang="nl-NL" dirty="0"/>
              <a:t> </a:t>
            </a:r>
            <a:r>
              <a:rPr lang="nl-NL" dirty="0" err="1"/>
              <a:t>shapes</a:t>
            </a:r>
            <a:r>
              <a:rPr lang="nl-NL" dirty="0"/>
              <a:t> are </a:t>
            </a:r>
            <a:r>
              <a:rPr lang="nl-NL" dirty="0" err="1"/>
              <a:t>defined</a:t>
            </a:r>
            <a:r>
              <a:rPr lang="nl-NL" dirty="0"/>
              <a:t>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dimensions</a:t>
            </a:r>
            <a:r>
              <a:rPr lang="nl-NL" dirty="0"/>
              <a:t>.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nl-NL" b="1" dirty="0" err="1"/>
              <a:t>Attributes</a:t>
            </a:r>
            <a:r>
              <a:rPr lang="nl-NL" dirty="0"/>
              <a:t> store metadata </a:t>
            </a:r>
            <a:r>
              <a:rPr lang="nl-NL" dirty="0" err="1"/>
              <a:t>associated</a:t>
            </a:r>
            <a:r>
              <a:rPr lang="nl-NL" dirty="0"/>
              <a:t> </a:t>
            </a:r>
            <a:r>
              <a:rPr lang="nl-NL" dirty="0" err="1"/>
              <a:t>either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individual</a:t>
            </a:r>
            <a:r>
              <a:rPr lang="nl-NL" dirty="0"/>
              <a:t> variables or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dataset as a </a:t>
            </a:r>
            <a:r>
              <a:rPr lang="nl-NL" dirty="0" err="1"/>
              <a:t>whole</a:t>
            </a:r>
            <a:r>
              <a:rPr lang="nl-NL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87024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FF2245A0-99CA-3120-C393-8AB4076C5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0F85154F-1D91-788F-38AA-1E399EF9DF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69;p43">
            <a:extLst>
              <a:ext uri="{FF2B5EF4-FFF2-40B4-BE49-F238E27FC236}">
                <a16:creationId xmlns:a16="http://schemas.microsoft.com/office/drawing/2014/main" id="{0ED9C3E5-8896-545A-DA20-900F316E90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503791" y="485282"/>
            <a:ext cx="7473586" cy="20528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de-DE" sz="3200" b="1" dirty="0"/>
          </a:p>
          <a:p>
            <a:pPr marL="0" indent="0" algn="ctr">
              <a:buSzPts val="6000"/>
            </a:pPr>
            <a:r>
              <a:rPr lang="nl-NL" sz="6000" b="1" dirty="0" err="1"/>
              <a:t>What</a:t>
            </a:r>
            <a:r>
              <a:rPr lang="nl-NL" sz="6000" b="1" dirty="0"/>
              <a:t> </a:t>
            </a:r>
            <a:r>
              <a:rPr lang="nl-NL" sz="6000" b="1" dirty="0" err="1"/>
              <a:t>NetCDF</a:t>
            </a:r>
            <a:r>
              <a:rPr lang="nl-NL" sz="6000" b="1" dirty="0"/>
              <a:t> does </a:t>
            </a:r>
            <a:r>
              <a:rPr lang="nl-NL" sz="6000" b="1" dirty="0" err="1"/>
              <a:t>not</a:t>
            </a:r>
            <a:r>
              <a:rPr lang="nl-NL" sz="6000" b="1" dirty="0"/>
              <a:t> </a:t>
            </a:r>
            <a:r>
              <a:rPr lang="nl-NL" sz="6000" b="1" dirty="0" err="1"/>
              <a:t>guarantee</a:t>
            </a:r>
            <a:endParaRPr lang="nl-NL" sz="2000" dirty="0"/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sz="3200" b="1" dirty="0"/>
          </a:p>
        </p:txBody>
      </p:sp>
      <p:pic>
        <p:nvPicPr>
          <p:cNvPr id="3" name="Picture 2" descr="A NetCDF file consists of dimensions, variables, and attributes">
            <a:extLst>
              <a:ext uri="{FF2B5EF4-FFF2-40B4-BE49-F238E27FC236}">
                <a16:creationId xmlns:a16="http://schemas.microsoft.com/office/drawing/2014/main" id="{0641187F-89C2-F3F8-42D4-C65D79135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4077" y="2609997"/>
            <a:ext cx="4710591" cy="398737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6E7363-2E8E-AD85-C1E5-151C04A9974C}"/>
              </a:ext>
            </a:extLst>
          </p:cNvPr>
          <p:cNvSpPr txBox="1"/>
          <p:nvPr/>
        </p:nvSpPr>
        <p:spPr>
          <a:xfrm>
            <a:off x="5127585" y="2203028"/>
            <a:ext cx="692551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 err="1"/>
              <a:t>NetCDF</a:t>
            </a:r>
            <a:r>
              <a:rPr lang="nl-NL" dirty="0"/>
              <a:t> </a:t>
            </a:r>
            <a:r>
              <a:rPr lang="nl-NL" dirty="0" err="1"/>
              <a:t>defines</a:t>
            </a:r>
            <a:r>
              <a:rPr lang="nl-NL" dirty="0"/>
              <a:t>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dimensions</a:t>
            </a:r>
            <a:r>
              <a:rPr lang="nl-NL" dirty="0"/>
              <a:t>, variables, data types,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attributes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represented</a:t>
            </a:r>
            <a:r>
              <a:rPr lang="nl-NL" dirty="0"/>
              <a:t>, but </a:t>
            </a:r>
            <a:r>
              <a:rPr lang="nl-NL" dirty="0" err="1"/>
              <a:t>it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by</a:t>
            </a:r>
            <a:r>
              <a:rPr lang="nl-NL" dirty="0"/>
              <a:t> </a:t>
            </a:r>
            <a:r>
              <a:rPr lang="nl-NL" dirty="0" err="1"/>
              <a:t>itself</a:t>
            </a:r>
            <a:r>
              <a:rPr lang="nl-NL" dirty="0"/>
              <a:t> </a:t>
            </a:r>
            <a:r>
              <a:rPr lang="nl-NL" dirty="0" err="1"/>
              <a:t>require</a:t>
            </a:r>
            <a:r>
              <a:rPr lang="nl-NL" dirty="0"/>
              <a:t> </a:t>
            </a:r>
            <a:r>
              <a:rPr lang="nl-NL" dirty="0" err="1"/>
              <a:t>communities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:</a:t>
            </a:r>
          </a:p>
          <a:p>
            <a:pPr algn="ctr"/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coordinate</a:t>
            </a:r>
            <a:r>
              <a:rPr lang="nl-NL" dirty="0"/>
              <a:t> </a:t>
            </a:r>
            <a:r>
              <a:rPr lang="nl-NL" dirty="0" err="1"/>
              <a:t>rules</a:t>
            </a:r>
            <a:r>
              <a:rPr lang="nl-NL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variable</a:t>
            </a:r>
            <a:r>
              <a:rPr lang="nl-NL" dirty="0"/>
              <a:t> </a:t>
            </a:r>
            <a:r>
              <a:rPr lang="nl-NL" dirty="0" err="1"/>
              <a:t>names</a:t>
            </a:r>
            <a:r>
              <a:rPr lang="nl-NL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scientific</a:t>
            </a:r>
            <a:r>
              <a:rPr lang="nl-NL" dirty="0"/>
              <a:t> units;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grid</a:t>
            </a:r>
            <a:r>
              <a:rPr lang="nl-NL" dirty="0"/>
              <a:t> </a:t>
            </a:r>
            <a:r>
              <a:rPr lang="nl-NL" dirty="0" err="1"/>
              <a:t>descriptions</a:t>
            </a:r>
            <a:r>
              <a:rPr lang="nl-NL" dirty="0"/>
              <a:t>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missing-</a:t>
            </a:r>
            <a:r>
              <a:rPr lang="nl-NL" dirty="0" err="1"/>
              <a:t>value</a:t>
            </a:r>
            <a:r>
              <a:rPr lang="nl-NL" dirty="0"/>
              <a:t> </a:t>
            </a:r>
            <a:r>
              <a:rPr lang="nl-NL" dirty="0" err="1"/>
              <a:t>practices</a:t>
            </a:r>
            <a:r>
              <a:rPr lang="nl-NL" dirty="0"/>
              <a:t>; 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terminology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physical</a:t>
            </a:r>
            <a:r>
              <a:rPr lang="nl-NL" dirty="0"/>
              <a:t> </a:t>
            </a:r>
            <a:r>
              <a:rPr lang="nl-NL" dirty="0" err="1"/>
              <a:t>quantities</a:t>
            </a:r>
            <a:r>
              <a:rPr lang="nl-NL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r>
              <a:rPr lang="nl-NL" dirty="0" err="1"/>
              <a:t>NetCDF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tell</a:t>
            </a:r>
            <a:r>
              <a:rPr lang="nl-NL" dirty="0"/>
              <a:t> software </a:t>
            </a:r>
            <a:r>
              <a:rPr lang="nl-NL" dirty="0" err="1"/>
              <a:t>that</a:t>
            </a:r>
            <a:r>
              <a:rPr lang="nl-NL" dirty="0"/>
              <a:t> these are variables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describe</a:t>
            </a:r>
            <a:r>
              <a:rPr lang="nl-NL" dirty="0"/>
              <a:t> </a:t>
            </a:r>
            <a:r>
              <a:rPr lang="nl-NL" dirty="0" err="1"/>
              <a:t>their</a:t>
            </a:r>
            <a:r>
              <a:rPr lang="nl-NL" dirty="0"/>
              <a:t> data types, </a:t>
            </a:r>
            <a:r>
              <a:rPr lang="nl-NL" dirty="0" err="1"/>
              <a:t>dimensions</a:t>
            </a:r>
            <a:r>
              <a:rPr lang="nl-NL" dirty="0"/>
              <a:t>,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attributes</a:t>
            </a:r>
            <a:r>
              <a:rPr lang="nl-NL" dirty="0"/>
              <a:t>. </a:t>
            </a:r>
            <a:r>
              <a:rPr lang="nl-NL" dirty="0" err="1"/>
              <a:t>However</a:t>
            </a:r>
            <a:r>
              <a:rPr lang="nl-NL" dirty="0"/>
              <a:t>,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NetCDF</a:t>
            </a:r>
            <a:r>
              <a:rPr lang="nl-NL" dirty="0"/>
              <a:t> data model </a:t>
            </a:r>
            <a:r>
              <a:rPr lang="nl-NL" dirty="0" err="1"/>
              <a:t>alone</a:t>
            </a:r>
            <a:r>
              <a:rPr lang="nl-NL" dirty="0"/>
              <a:t> does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guarantee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software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understand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they</a:t>
            </a:r>
            <a:r>
              <a:rPr lang="nl-NL" dirty="0"/>
              <a:t> </a:t>
            </a:r>
            <a:r>
              <a:rPr lang="nl-NL" dirty="0" err="1"/>
              <a:t>represent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same</a:t>
            </a:r>
            <a:r>
              <a:rPr lang="nl-NL" dirty="0"/>
              <a:t> </a:t>
            </a:r>
            <a:r>
              <a:rPr lang="nl-NL" dirty="0" err="1"/>
              <a:t>physical</a:t>
            </a:r>
            <a:r>
              <a:rPr lang="nl-NL" dirty="0"/>
              <a:t> </a:t>
            </a:r>
            <a:r>
              <a:rPr lang="nl-NL" dirty="0" err="1"/>
              <a:t>quantity</a:t>
            </a:r>
            <a:r>
              <a:rPr lang="nl-NL" dirty="0"/>
              <a:t>.</a:t>
            </a:r>
          </a:p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297770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1068">
          <a:extLst>
            <a:ext uri="{FF2B5EF4-FFF2-40B4-BE49-F238E27FC236}">
              <a16:creationId xmlns:a16="http://schemas.microsoft.com/office/drawing/2014/main" id="{CD620A34-1EBD-919E-B430-3AC88DC0E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3" name="Google Shape;1073;p43" descr="Ein Bild, das Grafiken, Muster, Design enthält.&#10;&#10;KI-generierte Inhalte können fehlerhaft sein.">
            <a:extLst>
              <a:ext uri="{FF2B5EF4-FFF2-40B4-BE49-F238E27FC236}">
                <a16:creationId xmlns:a16="http://schemas.microsoft.com/office/drawing/2014/main" id="{AB59F1FE-4A57-0928-1823-77399D52595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4077" y="260626"/>
            <a:ext cx="752058" cy="752058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3A483DC-45C7-5773-0E65-5F098CD3869A}"/>
              </a:ext>
            </a:extLst>
          </p:cNvPr>
          <p:cNvSpPr txBox="1"/>
          <p:nvPr/>
        </p:nvSpPr>
        <p:spPr>
          <a:xfrm>
            <a:off x="1437190" y="412519"/>
            <a:ext cx="82064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Exercise</a:t>
            </a:r>
            <a:endParaRPr lang="nl-NL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8CC4A1-A095-871F-063C-594177E65235}"/>
              </a:ext>
            </a:extLst>
          </p:cNvPr>
          <p:cNvSpPr txBox="1"/>
          <p:nvPr/>
        </p:nvSpPr>
        <p:spPr>
          <a:xfrm>
            <a:off x="2392936" y="1520083"/>
            <a:ext cx="7250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2400" dirty="0" err="1"/>
              <a:t>Identify</a:t>
            </a:r>
            <a:r>
              <a:rPr lang="nl-NL" sz="2400" dirty="0"/>
              <a:t> </a:t>
            </a:r>
            <a:r>
              <a:rPr lang="nl-NL" sz="2400" dirty="0" err="1"/>
              <a:t>the</a:t>
            </a:r>
            <a:r>
              <a:rPr lang="nl-NL" sz="2400" dirty="0"/>
              <a:t> </a:t>
            </a:r>
            <a:r>
              <a:rPr lang="nl-NL" sz="2400" dirty="0" err="1"/>
              <a:t>structural</a:t>
            </a:r>
            <a:r>
              <a:rPr lang="nl-NL" sz="2400" dirty="0"/>
              <a:t> </a:t>
            </a:r>
            <a:r>
              <a:rPr lang="nl-NL" sz="2400" dirty="0" err="1"/>
              <a:t>elements</a:t>
            </a:r>
            <a:r>
              <a:rPr lang="nl-NL" sz="2400" dirty="0"/>
              <a:t> in a </a:t>
            </a:r>
            <a:r>
              <a:rPr lang="nl-NL" sz="2400" dirty="0" err="1"/>
              <a:t>NetCDF</a:t>
            </a:r>
            <a:r>
              <a:rPr lang="nl-NL" sz="2400" dirty="0"/>
              <a:t> dataset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6C5B03-8A77-6F6B-5936-AF40EF73CBFB}"/>
              </a:ext>
            </a:extLst>
          </p:cNvPr>
          <p:cNvSpPr txBox="1"/>
          <p:nvPr/>
        </p:nvSpPr>
        <p:spPr>
          <a:xfrm>
            <a:off x="47157" y="2297103"/>
            <a:ext cx="1209768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Open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OPeNDAP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inspection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page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for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IDRA dataset:</a:t>
            </a:r>
          </a:p>
          <a:p>
            <a:pPr>
              <a:lnSpc>
                <a:spcPct val="100000"/>
              </a:lnSpc>
              <a:buNone/>
            </a:pPr>
            <a:br>
              <a:rPr lang="nl-NL" sz="1800" b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nl-NL" sz="1800" b="0" u="sng" dirty="0">
                <a:solidFill>
                  <a:schemeClr val="tx1"/>
                </a:solidFill>
                <a:effectLst/>
                <a:latin typeface="+mn-lt"/>
              </a:rPr>
              <a:t>https://opendap.4tu.nl/thredds/dodsC/IDRA/2019/01/02/IDRA_2019-01-02_12-00_raw_data.nc.html</a:t>
            </a:r>
            <a:endParaRPr lang="nl-NL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br>
              <a:rPr lang="nl-NL" sz="1800" b="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Identify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:</a:t>
            </a:r>
          </a:p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1.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global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attributes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2.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dimensions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and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their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lengths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3.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coordinate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variables;</a:t>
            </a:r>
          </a:p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4.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three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data variables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and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their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dimensions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;</a:t>
            </a:r>
          </a:p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5.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data types of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those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variables;</a:t>
            </a:r>
          </a:p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6.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one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variable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-level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attribute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that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controls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representation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of missing data;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and</a:t>
            </a:r>
            <a:endParaRPr lang="nl-NL" sz="1800" b="0" dirty="0">
              <a:solidFill>
                <a:schemeClr val="tx1"/>
              </a:solidFill>
              <a:effectLst/>
              <a:latin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7.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any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variables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that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appear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to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contain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descriptive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metadata as data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values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rather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than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as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global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lang="nl-NL" sz="1800" b="0" dirty="0" err="1">
                <a:solidFill>
                  <a:schemeClr val="tx1"/>
                </a:solidFill>
                <a:effectLst/>
                <a:latin typeface="+mn-lt"/>
              </a:rPr>
              <a:t>attributes</a:t>
            </a:r>
            <a:r>
              <a:rPr lang="nl-NL" sz="1800" b="0" dirty="0">
                <a:solidFill>
                  <a:schemeClr val="tx1"/>
                </a:solidFill>
                <a:effectLst/>
                <a:latin typeface="+mn-lt"/>
              </a:rPr>
              <a:t>.</a:t>
            </a:r>
            <a:endParaRPr lang="nl-NL" sz="1050" b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BD1A7C-9D8C-4B69-05C0-CBA396FCCBBB}"/>
              </a:ext>
            </a:extLst>
          </p:cNvPr>
          <p:cNvSpPr txBox="1"/>
          <p:nvPr/>
        </p:nvSpPr>
        <p:spPr>
          <a:xfrm>
            <a:off x="5885727" y="6214648"/>
            <a:ext cx="61230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nl-NL" sz="1200" dirty="0"/>
              <a:t>https://4turesearchdata-carpentries.github.io/interoperability-climate-sciences/structural-interoperability.html</a:t>
            </a:r>
          </a:p>
        </p:txBody>
      </p:sp>
    </p:spTree>
    <p:extLst>
      <p:ext uri="{BB962C8B-B14F-4D97-AF65-F5344CB8AC3E}">
        <p14:creationId xmlns:p14="http://schemas.microsoft.com/office/powerpoint/2010/main" val="2355097140"/>
      </p:ext>
    </p:extLst>
  </p:cSld>
  <p:clrMapOvr>
    <a:masterClrMapping/>
  </p:clrMapOvr>
</p:sld>
</file>

<file path=ppt/theme/theme1.xml><?xml version="1.0" encoding="utf-8"?>
<a:theme xmlns:a="http://schemas.openxmlformats.org/drawingml/2006/main" name="Inbetween Title Slides">
  <a:themeElements>
    <a:clrScheme name="4TU.ResearchData">
      <a:dk1>
        <a:srgbClr val="3C3C3C"/>
      </a:dk1>
      <a:lt1>
        <a:srgbClr val="FBF5E9"/>
      </a:lt1>
      <a:dk2>
        <a:srgbClr val="FFFFFF"/>
      </a:dk2>
      <a:lt2>
        <a:srgbClr val="FFFFFF"/>
      </a:lt2>
      <a:accent1>
        <a:srgbClr val="F29100"/>
      </a:accent1>
      <a:accent2>
        <a:srgbClr val="FF6829"/>
      </a:accent2>
      <a:accent3>
        <a:srgbClr val="B9DBEF"/>
      </a:accent3>
      <a:accent4>
        <a:srgbClr val="969696"/>
      </a:accent4>
      <a:accent5>
        <a:srgbClr val="F29100"/>
      </a:accent5>
      <a:accent6>
        <a:srgbClr val="F29100"/>
      </a:accent6>
      <a:hlink>
        <a:srgbClr val="FFFFFF"/>
      </a:hlink>
      <a:folHlink>
        <a:srgbClr val="FFFF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606</TotalTime>
  <Words>1214</Words>
  <Application>Microsoft Office PowerPoint</Application>
  <PresentationFormat>Widescreen</PresentationFormat>
  <Paragraphs>112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Consolas</vt:lpstr>
      <vt:lpstr>Courier New</vt:lpstr>
      <vt:lpstr>Inter Light</vt:lpstr>
      <vt:lpstr>Space Grotesk</vt:lpstr>
      <vt:lpstr>Inbetween Title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Leila Iñigo de la Cruz</dc:creator>
  <cp:lastModifiedBy>Leila Iñigo de la Cruz</cp:lastModifiedBy>
  <cp:revision>3</cp:revision>
  <dcterms:created xsi:type="dcterms:W3CDTF">2026-08-27T07:48:58Z</dcterms:created>
  <dcterms:modified xsi:type="dcterms:W3CDTF">2026-09-23T07:08:59Z</dcterms:modified>
</cp:coreProperties>
</file>