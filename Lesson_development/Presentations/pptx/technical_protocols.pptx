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313" r:id="rId2"/>
    <p:sldId id="314" r:id="rId3"/>
    <p:sldId id="315" r:id="rId4"/>
    <p:sldId id="334" r:id="rId5"/>
    <p:sldId id="267" r:id="rId6"/>
    <p:sldId id="335" r:id="rId7"/>
    <p:sldId id="270" r:id="rId8"/>
    <p:sldId id="271" r:id="rId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4E5D45-E64F-4BBE-BAFC-2B9A5C30FA73}" v="215" dt="2026-09-23T09:55:41.6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6" autoAdjust="0"/>
    <p:restoredTop sz="78692" autoAdjust="0"/>
  </p:normalViewPr>
  <p:slideViewPr>
    <p:cSldViewPr snapToGrid="0" showGuides="1">
      <p:cViewPr>
        <p:scale>
          <a:sx n="75" d="100"/>
          <a:sy n="75" d="100"/>
        </p:scale>
        <p:origin x="1140" y="252"/>
      </p:cViewPr>
      <p:guideLst>
        <p:guide orient="horz" pos="2115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ila Iñigo de la Cruz" userId="fae4ed0d-52e1-4e8b-ac73-77e0b7235c9a" providerId="ADAL" clId="{1E9E03C1-E5D4-4BEC-8EBD-C4DD5262B379}"/>
    <pc:docChg chg="custSel addSld delSld modSld">
      <pc:chgData name="Leila Iñigo de la Cruz" userId="fae4ed0d-52e1-4e8b-ac73-77e0b7235c9a" providerId="ADAL" clId="{1E9E03C1-E5D4-4BEC-8EBD-C4DD5262B379}" dt="2026-09-23T09:56:35.853" v="1369" actId="1076"/>
      <pc:docMkLst>
        <pc:docMk/>
      </pc:docMkLst>
      <pc:sldChg chg="addSp delSp modSp mod">
        <pc:chgData name="Leila Iñigo de la Cruz" userId="fae4ed0d-52e1-4e8b-ac73-77e0b7235c9a" providerId="ADAL" clId="{1E9E03C1-E5D4-4BEC-8EBD-C4DD5262B379}" dt="2026-09-23T09:00:42.602" v="693" actId="1076"/>
        <pc:sldMkLst>
          <pc:docMk/>
          <pc:sldMk cId="2454315605" sldId="267"/>
        </pc:sldMkLst>
        <pc:spChg chg="add mod">
          <ac:chgData name="Leila Iñigo de la Cruz" userId="fae4ed0d-52e1-4e8b-ac73-77e0b7235c9a" providerId="ADAL" clId="{1E9E03C1-E5D4-4BEC-8EBD-C4DD5262B379}" dt="2026-09-23T08:52:20.158" v="632" actId="403"/>
          <ac:spMkLst>
            <pc:docMk/>
            <pc:sldMk cId="2454315605" sldId="267"/>
            <ac:spMk id="2" creationId="{8F0FA1B3-8D6B-AF74-7BE0-46DFCA8370C4}"/>
          </ac:spMkLst>
        </pc:spChg>
        <pc:spChg chg="add mod">
          <ac:chgData name="Leila Iñigo de la Cruz" userId="fae4ed0d-52e1-4e8b-ac73-77e0b7235c9a" providerId="ADAL" clId="{1E9E03C1-E5D4-4BEC-8EBD-C4DD5262B379}" dt="2026-09-23T08:58:18.981" v="680" actId="12"/>
          <ac:spMkLst>
            <pc:docMk/>
            <pc:sldMk cId="2454315605" sldId="267"/>
            <ac:spMk id="3" creationId="{79F0793D-EDCC-911F-6738-D3410AA0FBAD}"/>
          </ac:spMkLst>
        </pc:spChg>
        <pc:spChg chg="del">
          <ac:chgData name="Leila Iñigo de la Cruz" userId="fae4ed0d-52e1-4e8b-ac73-77e0b7235c9a" providerId="ADAL" clId="{1E9E03C1-E5D4-4BEC-8EBD-C4DD5262B379}" dt="2026-09-23T08:42:28.455" v="571" actId="478"/>
          <ac:spMkLst>
            <pc:docMk/>
            <pc:sldMk cId="2454315605" sldId="267"/>
            <ac:spMk id="15" creationId="{E3EA61EE-268B-413E-8D2A-9B533687071B}"/>
          </ac:spMkLst>
        </pc:spChg>
        <pc:spChg chg="del">
          <ac:chgData name="Leila Iñigo de la Cruz" userId="fae4ed0d-52e1-4e8b-ac73-77e0b7235c9a" providerId="ADAL" clId="{1E9E03C1-E5D4-4BEC-8EBD-C4DD5262B379}" dt="2026-09-23T08:42:25.103" v="569" actId="478"/>
          <ac:spMkLst>
            <pc:docMk/>
            <pc:sldMk cId="2454315605" sldId="267"/>
            <ac:spMk id="159" creationId="{3A702663-8D72-667B-6285-1F55220F9EAE}"/>
          </ac:spMkLst>
        </pc:spChg>
        <pc:spChg chg="del">
          <ac:chgData name="Leila Iñigo de la Cruz" userId="fae4ed0d-52e1-4e8b-ac73-77e0b7235c9a" providerId="ADAL" clId="{1E9E03C1-E5D4-4BEC-8EBD-C4DD5262B379}" dt="2026-09-23T08:42:29.491" v="572" actId="478"/>
          <ac:spMkLst>
            <pc:docMk/>
            <pc:sldMk cId="2454315605" sldId="267"/>
            <ac:spMk id="160" creationId="{9A46D1E4-7000-4AA1-1909-FEBDE4FA0883}"/>
          </ac:spMkLst>
        </pc:spChg>
        <pc:grpChg chg="del">
          <ac:chgData name="Leila Iñigo de la Cruz" userId="fae4ed0d-52e1-4e8b-ac73-77e0b7235c9a" providerId="ADAL" clId="{1E9E03C1-E5D4-4BEC-8EBD-C4DD5262B379}" dt="2026-09-23T08:42:26.549" v="570" actId="478"/>
          <ac:grpSpMkLst>
            <pc:docMk/>
            <pc:sldMk cId="2454315605" sldId="267"/>
            <ac:grpSpMk id="161" creationId="{6F6E449A-319B-8760-BB0E-5DFD3DA57266}"/>
          </ac:grpSpMkLst>
        </pc:grpChg>
        <pc:picChg chg="add mod modCrop">
          <ac:chgData name="Leila Iñigo de la Cruz" userId="fae4ed0d-52e1-4e8b-ac73-77e0b7235c9a" providerId="ADAL" clId="{1E9E03C1-E5D4-4BEC-8EBD-C4DD5262B379}" dt="2026-09-23T09:00:42.602" v="693" actId="1076"/>
          <ac:picMkLst>
            <pc:docMk/>
            <pc:sldMk cId="2454315605" sldId="267"/>
            <ac:picMk id="5" creationId="{E109B156-F4BC-87B9-7B00-2700E6FC0B3E}"/>
          </ac:picMkLst>
        </pc:picChg>
      </pc:sldChg>
      <pc:sldChg chg="del">
        <pc:chgData name="Leila Iñigo de la Cruz" userId="fae4ed0d-52e1-4e8b-ac73-77e0b7235c9a" providerId="ADAL" clId="{1E9E03C1-E5D4-4BEC-8EBD-C4DD5262B379}" dt="2026-09-23T09:53:58.566" v="1325" actId="47"/>
        <pc:sldMkLst>
          <pc:docMk/>
          <pc:sldMk cId="2360507999" sldId="268"/>
        </pc:sldMkLst>
      </pc:sldChg>
      <pc:sldChg chg="del">
        <pc:chgData name="Leila Iñigo de la Cruz" userId="fae4ed0d-52e1-4e8b-ac73-77e0b7235c9a" providerId="ADAL" clId="{1E9E03C1-E5D4-4BEC-8EBD-C4DD5262B379}" dt="2026-09-23T09:54:00.408" v="1327" actId="47"/>
        <pc:sldMkLst>
          <pc:docMk/>
          <pc:sldMk cId="2808253577" sldId="269"/>
        </pc:sldMkLst>
      </pc:sldChg>
      <pc:sldChg chg="addSp delSp modSp mod modAnim">
        <pc:chgData name="Leila Iñigo de la Cruz" userId="fae4ed0d-52e1-4e8b-ac73-77e0b7235c9a" providerId="ADAL" clId="{1E9E03C1-E5D4-4BEC-8EBD-C4DD5262B379}" dt="2026-09-23T09:53:33.836" v="1323"/>
        <pc:sldMkLst>
          <pc:docMk/>
          <pc:sldMk cId="1200304914" sldId="270"/>
        </pc:sldMkLst>
        <pc:spChg chg="add mod">
          <ac:chgData name="Leila Iñigo de la Cruz" userId="fae4ed0d-52e1-4e8b-ac73-77e0b7235c9a" providerId="ADAL" clId="{1E9E03C1-E5D4-4BEC-8EBD-C4DD5262B379}" dt="2026-09-23T09:52:43.566" v="1321" actId="113"/>
          <ac:spMkLst>
            <pc:docMk/>
            <pc:sldMk cId="1200304914" sldId="270"/>
            <ac:spMk id="2" creationId="{34A2A5F9-CDE5-8511-BCED-D9013B9C6188}"/>
          </ac:spMkLst>
        </pc:spChg>
        <pc:spChg chg="mod">
          <ac:chgData name="Leila Iñigo de la Cruz" userId="fae4ed0d-52e1-4e8b-ac73-77e0b7235c9a" providerId="ADAL" clId="{1E9E03C1-E5D4-4BEC-8EBD-C4DD5262B379}" dt="2026-09-23T09:05:24.842" v="722" actId="1076"/>
          <ac:spMkLst>
            <pc:docMk/>
            <pc:sldMk cId="1200304914" sldId="270"/>
            <ac:spMk id="7" creationId="{3534B15A-64AD-21EF-D91A-2BC62D20F483}"/>
          </ac:spMkLst>
        </pc:spChg>
        <pc:spChg chg="del">
          <ac:chgData name="Leila Iñigo de la Cruz" userId="fae4ed0d-52e1-4e8b-ac73-77e0b7235c9a" providerId="ADAL" clId="{1E9E03C1-E5D4-4BEC-8EBD-C4DD5262B379}" dt="2026-09-23T09:05:06.676" v="717" actId="478"/>
          <ac:spMkLst>
            <pc:docMk/>
            <pc:sldMk cId="1200304914" sldId="270"/>
            <ac:spMk id="8" creationId="{5EFF4913-CA48-40F6-93D3-C4D85126E835}"/>
          </ac:spMkLst>
        </pc:spChg>
        <pc:picChg chg="del">
          <ac:chgData name="Leila Iñigo de la Cruz" userId="fae4ed0d-52e1-4e8b-ac73-77e0b7235c9a" providerId="ADAL" clId="{1E9E03C1-E5D4-4BEC-8EBD-C4DD5262B379}" dt="2026-09-23T09:04:51.181" v="695" actId="478"/>
          <ac:picMkLst>
            <pc:docMk/>
            <pc:sldMk cId="1200304914" sldId="270"/>
            <ac:picMk id="6" creationId="{83DD2B20-659C-40CF-2241-204754E48290}"/>
          </ac:picMkLst>
        </pc:picChg>
        <pc:picChg chg="del">
          <ac:chgData name="Leila Iñigo de la Cruz" userId="fae4ed0d-52e1-4e8b-ac73-77e0b7235c9a" providerId="ADAL" clId="{1E9E03C1-E5D4-4BEC-8EBD-C4DD5262B379}" dt="2026-09-23T09:04:49.574" v="694" actId="478"/>
          <ac:picMkLst>
            <pc:docMk/>
            <pc:sldMk cId="1200304914" sldId="270"/>
            <ac:picMk id="1026" creationId="{F2ACEE55-EF21-302E-50AE-3E850667E6F3}"/>
          </ac:picMkLst>
        </pc:picChg>
      </pc:sldChg>
      <pc:sldChg chg="addSp delSp modSp mod">
        <pc:chgData name="Leila Iñigo de la Cruz" userId="fae4ed0d-52e1-4e8b-ac73-77e0b7235c9a" providerId="ADAL" clId="{1E9E03C1-E5D4-4BEC-8EBD-C4DD5262B379}" dt="2026-09-23T09:55:48.728" v="1361" actId="1076"/>
        <pc:sldMkLst>
          <pc:docMk/>
          <pc:sldMk cId="633398990" sldId="271"/>
        </pc:sldMkLst>
        <pc:spChg chg="add mod">
          <ac:chgData name="Leila Iñigo de la Cruz" userId="fae4ed0d-52e1-4e8b-ac73-77e0b7235c9a" providerId="ADAL" clId="{1E9E03C1-E5D4-4BEC-8EBD-C4DD5262B379}" dt="2026-09-23T09:55:48.728" v="1361" actId="1076"/>
          <ac:spMkLst>
            <pc:docMk/>
            <pc:sldMk cId="633398990" sldId="271"/>
            <ac:spMk id="3" creationId="{404D99FE-D0F6-7A54-2667-2CFDC85C52B6}"/>
          </ac:spMkLst>
        </pc:spChg>
        <pc:spChg chg="mod">
          <ac:chgData name="Leila Iñigo de la Cruz" userId="fae4ed0d-52e1-4e8b-ac73-77e0b7235c9a" providerId="ADAL" clId="{1E9E03C1-E5D4-4BEC-8EBD-C4DD5262B379}" dt="2026-09-23T09:54:38.196" v="1354" actId="1076"/>
          <ac:spMkLst>
            <pc:docMk/>
            <pc:sldMk cId="633398990" sldId="271"/>
            <ac:spMk id="5" creationId="{42DB67A1-A258-F3B5-F4D2-BC7FEAB475A6}"/>
          </ac:spMkLst>
        </pc:spChg>
        <pc:spChg chg="del">
          <ac:chgData name="Leila Iñigo de la Cruz" userId="fae4ed0d-52e1-4e8b-ac73-77e0b7235c9a" providerId="ADAL" clId="{1E9E03C1-E5D4-4BEC-8EBD-C4DD5262B379}" dt="2026-09-23T09:54:28.386" v="1352" actId="478"/>
          <ac:spMkLst>
            <pc:docMk/>
            <pc:sldMk cId="633398990" sldId="271"/>
            <ac:spMk id="7" creationId="{70D7D45D-0004-824B-3680-7A71FEC97B3F}"/>
          </ac:spMkLst>
        </pc:spChg>
      </pc:sldChg>
      <pc:sldChg chg="modSp mod">
        <pc:chgData name="Leila Iñigo de la Cruz" userId="fae4ed0d-52e1-4e8b-ac73-77e0b7235c9a" providerId="ADAL" clId="{1E9E03C1-E5D4-4BEC-8EBD-C4DD5262B379}" dt="2026-09-23T07:34:11.332" v="25" actId="1076"/>
        <pc:sldMkLst>
          <pc:docMk/>
          <pc:sldMk cId="3386930889" sldId="313"/>
        </pc:sldMkLst>
        <pc:spChg chg="mod">
          <ac:chgData name="Leila Iñigo de la Cruz" userId="fae4ed0d-52e1-4e8b-ac73-77e0b7235c9a" providerId="ADAL" clId="{1E9E03C1-E5D4-4BEC-8EBD-C4DD5262B379}" dt="2026-09-23T07:34:11.332" v="25" actId="1076"/>
          <ac:spMkLst>
            <pc:docMk/>
            <pc:sldMk cId="3386930889" sldId="313"/>
            <ac:spMk id="1069" creationId="{B2861DCE-AF2C-DB99-9CBA-F987E9F09E2E}"/>
          </ac:spMkLst>
        </pc:spChg>
      </pc:sldChg>
      <pc:sldChg chg="addSp modSp mod modAnim">
        <pc:chgData name="Leila Iñigo de la Cruz" userId="fae4ed0d-52e1-4e8b-ac73-77e0b7235c9a" providerId="ADAL" clId="{1E9E03C1-E5D4-4BEC-8EBD-C4DD5262B379}" dt="2026-09-23T08:19:12.890" v="40" actId="207"/>
        <pc:sldMkLst>
          <pc:docMk/>
          <pc:sldMk cId="3544987058" sldId="314"/>
        </pc:sldMkLst>
        <pc:spChg chg="add mod">
          <ac:chgData name="Leila Iñigo de la Cruz" userId="fae4ed0d-52e1-4e8b-ac73-77e0b7235c9a" providerId="ADAL" clId="{1E9E03C1-E5D4-4BEC-8EBD-C4DD5262B379}" dt="2026-09-23T08:19:12.890" v="40" actId="207"/>
          <ac:spMkLst>
            <pc:docMk/>
            <pc:sldMk cId="3544987058" sldId="314"/>
            <ac:spMk id="2" creationId="{BB3CD88F-9F93-08C4-D9F7-71F4074EAC3A}"/>
          </ac:spMkLst>
        </pc:spChg>
        <pc:spChg chg="mod">
          <ac:chgData name="Leila Iñigo de la Cruz" userId="fae4ed0d-52e1-4e8b-ac73-77e0b7235c9a" providerId="ADAL" clId="{1E9E03C1-E5D4-4BEC-8EBD-C4DD5262B379}" dt="2026-09-23T08:14:53.560" v="28" actId="122"/>
          <ac:spMkLst>
            <pc:docMk/>
            <pc:sldMk cId="3544987058" sldId="314"/>
            <ac:spMk id="19" creationId="{0BF0829E-5109-8079-C23E-A427500F4FD4}"/>
          </ac:spMkLst>
        </pc:spChg>
      </pc:sldChg>
      <pc:sldChg chg="modSp mod">
        <pc:chgData name="Leila Iñigo de la Cruz" userId="fae4ed0d-52e1-4e8b-ac73-77e0b7235c9a" providerId="ADAL" clId="{1E9E03C1-E5D4-4BEC-8EBD-C4DD5262B379}" dt="2026-09-23T09:56:35.853" v="1369" actId="1076"/>
        <pc:sldMkLst>
          <pc:docMk/>
          <pc:sldMk cId="2570287448" sldId="315"/>
        </pc:sldMkLst>
        <pc:spChg chg="mod">
          <ac:chgData name="Leila Iñigo de la Cruz" userId="fae4ed0d-52e1-4e8b-ac73-77e0b7235c9a" providerId="ADAL" clId="{1E9E03C1-E5D4-4BEC-8EBD-C4DD5262B379}" dt="2026-09-23T09:56:05.608" v="1364" actId="14100"/>
          <ac:spMkLst>
            <pc:docMk/>
            <pc:sldMk cId="2570287448" sldId="315"/>
            <ac:spMk id="5" creationId="{D2703D54-2225-958E-B357-BF76735C3623}"/>
          </ac:spMkLst>
        </pc:spChg>
        <pc:spChg chg="mod">
          <ac:chgData name="Leila Iñigo de la Cruz" userId="fae4ed0d-52e1-4e8b-ac73-77e0b7235c9a" providerId="ADAL" clId="{1E9E03C1-E5D4-4BEC-8EBD-C4DD5262B379}" dt="2026-09-23T09:56:35.853" v="1369" actId="1076"/>
          <ac:spMkLst>
            <pc:docMk/>
            <pc:sldMk cId="2570287448" sldId="315"/>
            <ac:spMk id="7" creationId="{B0FF7A36-9E59-D9C5-CADA-9EC3FBF99F9C}"/>
          </ac:spMkLst>
        </pc:spChg>
        <pc:cxnChg chg="mod">
          <ac:chgData name="Leila Iñigo de la Cruz" userId="fae4ed0d-52e1-4e8b-ac73-77e0b7235c9a" providerId="ADAL" clId="{1E9E03C1-E5D4-4BEC-8EBD-C4DD5262B379}" dt="2026-09-23T09:56:31.454" v="1368" actId="14100"/>
          <ac:cxnSpMkLst>
            <pc:docMk/>
            <pc:sldMk cId="2570287448" sldId="315"/>
            <ac:cxnSpMk id="6" creationId="{04925F38-109A-1D6C-957D-46F5D5CE6098}"/>
          </ac:cxnSpMkLst>
        </pc:cxnChg>
      </pc:sldChg>
      <pc:sldChg chg="del">
        <pc:chgData name="Leila Iñigo de la Cruz" userId="fae4ed0d-52e1-4e8b-ac73-77e0b7235c9a" providerId="ADAL" clId="{1E9E03C1-E5D4-4BEC-8EBD-C4DD5262B379}" dt="2026-09-23T09:53:59.366" v="1326" actId="47"/>
        <pc:sldMkLst>
          <pc:docMk/>
          <pc:sldMk cId="3218726059" sldId="317"/>
        </pc:sldMkLst>
      </pc:sldChg>
      <pc:sldChg chg="del">
        <pc:chgData name="Leila Iñigo de la Cruz" userId="fae4ed0d-52e1-4e8b-ac73-77e0b7235c9a" providerId="ADAL" clId="{1E9E03C1-E5D4-4BEC-8EBD-C4DD5262B379}" dt="2026-09-23T08:22:26.016" v="184" actId="47"/>
        <pc:sldMkLst>
          <pc:docMk/>
          <pc:sldMk cId="1434227875" sldId="328"/>
        </pc:sldMkLst>
      </pc:sldChg>
      <pc:sldChg chg="del">
        <pc:chgData name="Leila Iñigo de la Cruz" userId="fae4ed0d-52e1-4e8b-ac73-77e0b7235c9a" providerId="ADAL" clId="{1E9E03C1-E5D4-4BEC-8EBD-C4DD5262B379}" dt="2026-09-23T09:53:57.493" v="1324" actId="47"/>
        <pc:sldMkLst>
          <pc:docMk/>
          <pc:sldMk cId="2130596566" sldId="329"/>
        </pc:sldMkLst>
      </pc:sldChg>
      <pc:sldChg chg="del">
        <pc:chgData name="Leila Iñigo de la Cruz" userId="fae4ed0d-52e1-4e8b-ac73-77e0b7235c9a" providerId="ADAL" clId="{1E9E03C1-E5D4-4BEC-8EBD-C4DD5262B379}" dt="2026-09-23T09:54:01.101" v="1328" actId="47"/>
        <pc:sldMkLst>
          <pc:docMk/>
          <pc:sldMk cId="904388668" sldId="330"/>
        </pc:sldMkLst>
      </pc:sldChg>
      <pc:sldChg chg="del">
        <pc:chgData name="Leila Iñigo de la Cruz" userId="fae4ed0d-52e1-4e8b-ac73-77e0b7235c9a" providerId="ADAL" clId="{1E9E03C1-E5D4-4BEC-8EBD-C4DD5262B379}" dt="2026-09-23T09:54:40.564" v="1355" actId="47"/>
        <pc:sldMkLst>
          <pc:docMk/>
          <pc:sldMk cId="665183601" sldId="332"/>
        </pc:sldMkLst>
      </pc:sldChg>
      <pc:sldChg chg="del">
        <pc:chgData name="Leila Iñigo de la Cruz" userId="fae4ed0d-52e1-4e8b-ac73-77e0b7235c9a" providerId="ADAL" clId="{1E9E03C1-E5D4-4BEC-8EBD-C4DD5262B379}" dt="2026-09-23T09:54:42.290" v="1356" actId="47"/>
        <pc:sldMkLst>
          <pc:docMk/>
          <pc:sldMk cId="3797427573" sldId="333"/>
        </pc:sldMkLst>
      </pc:sldChg>
      <pc:sldChg chg="addSp delSp modSp add mod delAnim modAnim">
        <pc:chgData name="Leila Iñigo de la Cruz" userId="fae4ed0d-52e1-4e8b-ac73-77e0b7235c9a" providerId="ADAL" clId="{1E9E03C1-E5D4-4BEC-8EBD-C4DD5262B379}" dt="2026-09-23T08:38:50.150" v="568" actId="20577"/>
        <pc:sldMkLst>
          <pc:docMk/>
          <pc:sldMk cId="3906464109" sldId="334"/>
        </pc:sldMkLst>
        <pc:spChg chg="add mod">
          <ac:chgData name="Leila Iñigo de la Cruz" userId="fae4ed0d-52e1-4e8b-ac73-77e0b7235c9a" providerId="ADAL" clId="{1E9E03C1-E5D4-4BEC-8EBD-C4DD5262B379}" dt="2026-09-23T08:30:55.432" v="343" actId="11530"/>
          <ac:spMkLst>
            <pc:docMk/>
            <pc:sldMk cId="3906464109" sldId="334"/>
            <ac:spMk id="3" creationId="{34D7FB4F-0F42-4D3B-8745-2E89A20CB517}"/>
          </ac:spMkLst>
        </pc:spChg>
        <pc:spChg chg="del">
          <ac:chgData name="Leila Iñigo de la Cruz" userId="fae4ed0d-52e1-4e8b-ac73-77e0b7235c9a" providerId="ADAL" clId="{1E9E03C1-E5D4-4BEC-8EBD-C4DD5262B379}" dt="2026-09-23T08:22:34.516" v="188" actId="478"/>
          <ac:spMkLst>
            <pc:docMk/>
            <pc:sldMk cId="3906464109" sldId="334"/>
            <ac:spMk id="5" creationId="{44B5C311-F982-CF23-BAEB-D75647D5630E}"/>
          </ac:spMkLst>
        </pc:spChg>
        <pc:spChg chg="del">
          <ac:chgData name="Leila Iñigo de la Cruz" userId="fae4ed0d-52e1-4e8b-ac73-77e0b7235c9a" providerId="ADAL" clId="{1E9E03C1-E5D4-4BEC-8EBD-C4DD5262B379}" dt="2026-09-23T08:22:32.958" v="186" actId="478"/>
          <ac:spMkLst>
            <pc:docMk/>
            <pc:sldMk cId="3906464109" sldId="334"/>
            <ac:spMk id="7" creationId="{E59858C4-D8F9-4301-E8CF-964FAA2E14DE}"/>
          </ac:spMkLst>
        </pc:spChg>
        <pc:spChg chg="add del mod">
          <ac:chgData name="Leila Iñigo de la Cruz" userId="fae4ed0d-52e1-4e8b-ac73-77e0b7235c9a" providerId="ADAL" clId="{1E9E03C1-E5D4-4BEC-8EBD-C4DD5262B379}" dt="2026-09-23T08:30:05.902" v="313"/>
          <ac:spMkLst>
            <pc:docMk/>
            <pc:sldMk cId="3906464109" sldId="334"/>
            <ac:spMk id="9" creationId="{327446A7-4BA6-5FE8-3395-ACEAE2289C1D}"/>
          </ac:spMkLst>
        </pc:spChg>
        <pc:spChg chg="add mod">
          <ac:chgData name="Leila Iñigo de la Cruz" userId="fae4ed0d-52e1-4e8b-ac73-77e0b7235c9a" providerId="ADAL" clId="{1E9E03C1-E5D4-4BEC-8EBD-C4DD5262B379}" dt="2026-09-23T08:33:45.049" v="432" actId="20577"/>
          <ac:spMkLst>
            <pc:docMk/>
            <pc:sldMk cId="3906464109" sldId="334"/>
            <ac:spMk id="10" creationId="{25215067-BB30-A922-CE6C-7322C26650DF}"/>
          </ac:spMkLst>
        </pc:spChg>
        <pc:spChg chg="add mod">
          <ac:chgData name="Leila Iñigo de la Cruz" userId="fae4ed0d-52e1-4e8b-ac73-77e0b7235c9a" providerId="ADAL" clId="{1E9E03C1-E5D4-4BEC-8EBD-C4DD5262B379}" dt="2026-09-23T08:38:50.150" v="568" actId="20577"/>
          <ac:spMkLst>
            <pc:docMk/>
            <pc:sldMk cId="3906464109" sldId="334"/>
            <ac:spMk id="11" creationId="{B5CAA07D-F84C-CBCE-D7FE-1DEFCAA7BF68}"/>
          </ac:spMkLst>
        </pc:spChg>
        <pc:picChg chg="add mod modCrop">
          <ac:chgData name="Leila Iñigo de la Cruz" userId="fae4ed0d-52e1-4e8b-ac73-77e0b7235c9a" providerId="ADAL" clId="{1E9E03C1-E5D4-4BEC-8EBD-C4DD5262B379}" dt="2026-09-23T08:30:09.177" v="315" actId="1076"/>
          <ac:picMkLst>
            <pc:docMk/>
            <pc:sldMk cId="3906464109" sldId="334"/>
            <ac:picMk id="8" creationId="{1108549D-A9D4-832D-0920-FB14449821D7}"/>
          </ac:picMkLst>
        </pc:picChg>
        <pc:cxnChg chg="del">
          <ac:chgData name="Leila Iñigo de la Cruz" userId="fae4ed0d-52e1-4e8b-ac73-77e0b7235c9a" providerId="ADAL" clId="{1E9E03C1-E5D4-4BEC-8EBD-C4DD5262B379}" dt="2026-09-23T08:22:33.868" v="187" actId="478"/>
          <ac:cxnSpMkLst>
            <pc:docMk/>
            <pc:sldMk cId="3906464109" sldId="334"/>
            <ac:cxnSpMk id="6" creationId="{BDDF1C91-8C2A-8446-44DB-14A2263AA4C7}"/>
          </ac:cxnSpMkLst>
        </pc:cxnChg>
      </pc:sldChg>
      <pc:sldChg chg="addSp delSp modSp add mod">
        <pc:chgData name="Leila Iñigo de la Cruz" userId="fae4ed0d-52e1-4e8b-ac73-77e0b7235c9a" providerId="ADAL" clId="{1E9E03C1-E5D4-4BEC-8EBD-C4DD5262B379}" dt="2026-09-23T09:00:34.827" v="691" actId="1076"/>
        <pc:sldMkLst>
          <pc:docMk/>
          <pc:sldMk cId="672340977" sldId="335"/>
        </pc:sldMkLst>
        <pc:spChg chg="del mod">
          <ac:chgData name="Leila Iñigo de la Cruz" userId="fae4ed0d-52e1-4e8b-ac73-77e0b7235c9a" providerId="ADAL" clId="{1E9E03C1-E5D4-4BEC-8EBD-C4DD5262B379}" dt="2026-09-23T08:57:39.829" v="639"/>
          <ac:spMkLst>
            <pc:docMk/>
            <pc:sldMk cId="672340977" sldId="335"/>
            <ac:spMk id="3" creationId="{FD28EFF6-7BE9-B7CC-8D5F-A6407CC511AB}"/>
          </ac:spMkLst>
        </pc:spChg>
        <pc:spChg chg="add mod">
          <ac:chgData name="Leila Iñigo de la Cruz" userId="fae4ed0d-52e1-4e8b-ac73-77e0b7235c9a" providerId="ADAL" clId="{1E9E03C1-E5D4-4BEC-8EBD-C4DD5262B379}" dt="2026-09-23T08:58:27.514" v="682" actId="20577"/>
          <ac:spMkLst>
            <pc:docMk/>
            <pc:sldMk cId="672340977" sldId="335"/>
            <ac:spMk id="6" creationId="{CD4EF905-66BD-3818-B304-9B7CAE226987}"/>
          </ac:spMkLst>
        </pc:spChg>
        <pc:picChg chg="del">
          <ac:chgData name="Leila Iñigo de la Cruz" userId="fae4ed0d-52e1-4e8b-ac73-77e0b7235c9a" providerId="ADAL" clId="{1E9E03C1-E5D4-4BEC-8EBD-C4DD5262B379}" dt="2026-09-23T08:57:39.829" v="637" actId="478"/>
          <ac:picMkLst>
            <pc:docMk/>
            <pc:sldMk cId="672340977" sldId="335"/>
            <ac:picMk id="5" creationId="{ADA16E30-D209-9B1B-D68F-08D1A6B212AF}"/>
          </ac:picMkLst>
        </pc:picChg>
        <pc:picChg chg="add mod modCrop">
          <ac:chgData name="Leila Iñigo de la Cruz" userId="fae4ed0d-52e1-4e8b-ac73-77e0b7235c9a" providerId="ADAL" clId="{1E9E03C1-E5D4-4BEC-8EBD-C4DD5262B379}" dt="2026-09-23T09:00:34.827" v="691" actId="1076"/>
          <ac:picMkLst>
            <pc:docMk/>
            <pc:sldMk cId="672340977" sldId="335"/>
            <ac:picMk id="8" creationId="{A44C276E-8DBD-25B9-6421-72BF08AC058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BE7BC-106D-4B03-9183-ECAC3B45AFC3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D82D0B-7FF0-4211-931C-B3C2EE69002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56191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C82A3931-C8FB-9179-7EA6-E0F056F18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4AD38DB6-BA2F-3BD6-2FBB-B40A8424E6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2E852F3B-A4BB-3C13-75F6-FC2A5A0CE1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487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3B48856B-7EC7-115E-2541-1EE4E8F9B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66DD8B0F-CD0B-912E-5D9F-2924983ADE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775E8FAD-DFDD-CC09-DC86-1D3A694647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42137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7B53FEA7-7920-B72F-AAE3-0E4F6740F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6AFDDACA-7871-F8FB-D2E4-E7B1F5ACF4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does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explanation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written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directly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file.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expressed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persistent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identifiers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resolve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vocabularies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code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specifications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instruments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provenance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records.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relationships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explicit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machine-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actionable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hidden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personal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filenames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documentation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B8EDDB0A-F256-C745-3D53-1661C8DC9C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7484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F0B86809-BB61-AF81-6C6D-878367799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99C90025-B8E4-C063-53BD-4A155CC607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nl-NL" dirty="0"/>
              <a:t>For </a:t>
            </a:r>
            <a:r>
              <a:rPr lang="nl-NL" dirty="0" err="1"/>
              <a:t>example</a:t>
            </a:r>
            <a:r>
              <a:rPr lang="nl-NL" dirty="0"/>
              <a:t>, </a:t>
            </a:r>
            <a:r>
              <a:rPr lang="nl-NL" dirty="0" err="1"/>
              <a:t>imagine</a:t>
            </a:r>
            <a:r>
              <a:rPr lang="nl-NL" dirty="0"/>
              <a:t> a Python workflow </a:t>
            </a:r>
            <a:r>
              <a:rPr lang="nl-NL" dirty="0" err="1"/>
              <a:t>that</a:t>
            </a:r>
            <a:r>
              <a:rPr lang="nl-NL" dirty="0"/>
              <a:t> runs </a:t>
            </a:r>
            <a:r>
              <a:rPr lang="nl-NL" dirty="0" err="1"/>
              <a:t>every</a:t>
            </a:r>
            <a:r>
              <a:rPr lang="nl-NL" dirty="0"/>
              <a:t> </a:t>
            </a:r>
            <a:r>
              <a:rPr lang="nl-NL" dirty="0" err="1"/>
              <a:t>day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retrieves</a:t>
            </a:r>
            <a:r>
              <a:rPr lang="nl-NL" dirty="0"/>
              <a:t> </a:t>
            </a:r>
            <a:r>
              <a:rPr lang="nl-NL" dirty="0" err="1"/>
              <a:t>temperature</a:t>
            </a:r>
            <a:r>
              <a:rPr lang="nl-NL" dirty="0"/>
              <a:t> data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Netherlands </a:t>
            </a:r>
            <a:r>
              <a:rPr lang="nl-NL" dirty="0" err="1"/>
              <a:t>from</a:t>
            </a:r>
            <a:r>
              <a:rPr lang="nl-NL" dirty="0"/>
              <a:t> a </a:t>
            </a:r>
            <a:r>
              <a:rPr lang="nl-NL" dirty="0" err="1"/>
              <a:t>global</a:t>
            </a:r>
            <a:r>
              <a:rPr lang="nl-NL" dirty="0"/>
              <a:t> </a:t>
            </a:r>
            <a:r>
              <a:rPr lang="nl-NL" dirty="0" err="1"/>
              <a:t>climate</a:t>
            </a:r>
            <a:r>
              <a:rPr lang="nl-NL" dirty="0"/>
              <a:t> dataset.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workflow has </a:t>
            </a:r>
            <a:r>
              <a:rPr lang="nl-NL" dirty="0" err="1"/>
              <a:t>to</a:t>
            </a:r>
            <a:r>
              <a:rPr lang="nl-NL" dirty="0"/>
              <a:t> download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entire</a:t>
            </a:r>
            <a:r>
              <a:rPr lang="nl-NL" dirty="0"/>
              <a:t> </a:t>
            </a:r>
            <a:r>
              <a:rPr lang="nl-NL" dirty="0" err="1"/>
              <a:t>global</a:t>
            </a:r>
            <a:r>
              <a:rPr lang="nl-NL" dirty="0"/>
              <a:t> file </a:t>
            </a:r>
            <a:r>
              <a:rPr lang="nl-NL" dirty="0" err="1"/>
              <a:t>every</a:t>
            </a:r>
            <a:r>
              <a:rPr lang="nl-NL" dirty="0"/>
              <a:t> time,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repeatedly</a:t>
            </a:r>
            <a:r>
              <a:rPr lang="nl-NL" dirty="0"/>
              <a:t> transfers a large </a:t>
            </a:r>
            <a:r>
              <a:rPr lang="nl-NL" dirty="0" err="1"/>
              <a:t>amount</a:t>
            </a:r>
            <a:r>
              <a:rPr lang="nl-NL" dirty="0"/>
              <a:t> of </a:t>
            </a:r>
            <a:r>
              <a:rPr lang="nl-NL" dirty="0" err="1"/>
              <a:t>unnecessary</a:t>
            </a:r>
            <a:r>
              <a:rPr lang="nl-NL" dirty="0"/>
              <a:t> data, </a:t>
            </a:r>
            <a:r>
              <a:rPr lang="nl-NL" dirty="0" err="1"/>
              <a:t>consumes</a:t>
            </a:r>
            <a:r>
              <a:rPr lang="nl-NL" dirty="0"/>
              <a:t> </a:t>
            </a:r>
            <a:r>
              <a:rPr lang="nl-NL" dirty="0" err="1"/>
              <a:t>local</a:t>
            </a:r>
            <a:r>
              <a:rPr lang="nl-NL" dirty="0"/>
              <a:t> storage,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adds</a:t>
            </a:r>
            <a:r>
              <a:rPr lang="nl-NL" dirty="0"/>
              <a:t> extra steps </a:t>
            </a:r>
            <a:r>
              <a:rPr lang="nl-NL" dirty="0" err="1"/>
              <a:t>for</a:t>
            </a:r>
            <a:r>
              <a:rPr lang="nl-NL" dirty="0"/>
              <a:t> managing </a:t>
            </a:r>
            <a:r>
              <a:rPr lang="nl-NL" dirty="0" err="1"/>
              <a:t>those</a:t>
            </a:r>
            <a:r>
              <a:rPr lang="nl-NL" dirty="0"/>
              <a:t> </a:t>
            </a:r>
            <a:r>
              <a:rPr lang="nl-NL" dirty="0" err="1"/>
              <a:t>downloaded</a:t>
            </a:r>
            <a:r>
              <a:rPr lang="nl-NL" dirty="0"/>
              <a:t> files.</a:t>
            </a: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A9631DA0-26DF-A090-0A5E-82CDD3374E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37867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C25E577B-6A75-F08B-2D28-89AFD169F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92722BD2-E6D6-E6AC-0EBF-D50335BAC6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1C89DF15-BF22-5541-E3D6-CD9B3A95F9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4763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81080CBC-0318-AE0C-AAD9-826273E87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C3F2E5FE-874F-2EBA-7C68-4AA82893AC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D47127EA-2FCE-72CF-48D9-A870E3A09D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3030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An API is like a waiter in a restaurant.</a:t>
            </a:r>
            <a:br>
              <a:rPr lang="en-US" dirty="0"/>
            </a:br>
            <a:r>
              <a:rPr lang="en-US" dirty="0"/>
              <a:t>You don’t go into the kitchen and cook the meal yourself.</a:t>
            </a:r>
            <a:br>
              <a:rPr lang="en-US" dirty="0"/>
            </a:br>
            <a:r>
              <a:rPr lang="en-US" dirty="0"/>
              <a:t>You just place an order and hope the kitchen doesn’t return a </a:t>
            </a:r>
            <a:r>
              <a:rPr lang="en-US" i="1" dirty="0"/>
              <a:t>500 Internal Server Error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lang="de-DE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9545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AB2ACF9C-80F4-EFE8-87B0-8F9FAD4A8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299F85F9-89B3-ACC0-2E31-0A2909BD2E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E425A3E5-31FC-3B04-02C0-D5673BBE98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HTTP  - Hyper </a:t>
            </a:r>
            <a:r>
              <a:rPr lang="nl-NL" dirty="0" err="1"/>
              <a:t>text</a:t>
            </a:r>
            <a:r>
              <a:rPr lang="nl-NL" dirty="0"/>
              <a:t> transfer protocol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JSON – Java Script Object </a:t>
            </a:r>
            <a:r>
              <a:rPr lang="nl-NL" dirty="0" err="1"/>
              <a:t>notation</a:t>
            </a:r>
            <a:r>
              <a:rPr lang="nl-NL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9147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1">
  <p:cSld name="Inbetween Title 01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13"/>
          <p:cNvSpPr txBox="1">
            <a:spLocks noGrp="1"/>
          </p:cNvSpPr>
          <p:nvPr>
            <p:ph type="body" idx="1"/>
          </p:nvPr>
        </p:nvSpPr>
        <p:spPr>
          <a:xfrm>
            <a:off x="149841" y="4826000"/>
            <a:ext cx="7020600" cy="1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5" name="Google Shape;385;p113"/>
          <p:cNvSpPr txBox="1">
            <a:spLocks noGrp="1"/>
          </p:cNvSpPr>
          <p:nvPr>
            <p:ph type="body" idx="2"/>
          </p:nvPr>
        </p:nvSpPr>
        <p:spPr>
          <a:xfrm>
            <a:off x="152400" y="2343150"/>
            <a:ext cx="72867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6" name="Google Shape;386;p113"/>
          <p:cNvSpPr txBox="1">
            <a:spLocks noGrp="1"/>
          </p:cNvSpPr>
          <p:nvPr>
            <p:ph type="body" idx="3"/>
          </p:nvPr>
        </p:nvSpPr>
        <p:spPr>
          <a:xfrm>
            <a:off x="1936750" y="6473707"/>
            <a:ext cx="4673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7" name="Google Shape;387;p113"/>
          <p:cNvSpPr txBox="1">
            <a:spLocks noGrp="1"/>
          </p:cNvSpPr>
          <p:nvPr>
            <p:ph type="body" idx="4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3347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2">
  <p:cSld name="Inbetween Title 02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14"/>
          <p:cNvSpPr txBox="1">
            <a:spLocks noGrp="1"/>
          </p:cNvSpPr>
          <p:nvPr>
            <p:ph type="body" idx="1"/>
          </p:nvPr>
        </p:nvSpPr>
        <p:spPr>
          <a:xfrm>
            <a:off x="149841" y="4826000"/>
            <a:ext cx="7020529" cy="1621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0" name="Google Shape;390;p114"/>
          <p:cNvSpPr txBox="1">
            <a:spLocks noGrp="1"/>
          </p:cNvSpPr>
          <p:nvPr>
            <p:ph type="body" idx="2"/>
          </p:nvPr>
        </p:nvSpPr>
        <p:spPr>
          <a:xfrm>
            <a:off x="1419225" y="2343150"/>
            <a:ext cx="72867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1" name="Google Shape;391;p114"/>
          <p:cNvSpPr txBox="1">
            <a:spLocks noGrp="1"/>
          </p:cNvSpPr>
          <p:nvPr>
            <p:ph type="body" idx="3"/>
          </p:nvPr>
        </p:nvSpPr>
        <p:spPr>
          <a:xfrm>
            <a:off x="130791" y="2343149"/>
            <a:ext cx="1190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2" name="Google Shape;392;p114"/>
          <p:cNvSpPr txBox="1">
            <a:spLocks noGrp="1"/>
          </p:cNvSpPr>
          <p:nvPr>
            <p:ph type="body" idx="4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114"/>
          <p:cNvSpPr txBox="1">
            <a:spLocks noGrp="1"/>
          </p:cNvSpPr>
          <p:nvPr>
            <p:ph type="body" idx="5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5835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3">
  <p:cSld name="Inbetween Title 03"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15"/>
          <p:cNvSpPr txBox="1">
            <a:spLocks noGrp="1"/>
          </p:cNvSpPr>
          <p:nvPr>
            <p:ph type="body" idx="1"/>
          </p:nvPr>
        </p:nvSpPr>
        <p:spPr>
          <a:xfrm>
            <a:off x="152400" y="2343150"/>
            <a:ext cx="7286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6" name="Google Shape;396;p115"/>
          <p:cNvSpPr txBox="1">
            <a:spLocks noGrp="1"/>
          </p:cNvSpPr>
          <p:nvPr>
            <p:ph type="body" idx="2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3810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4">
  <p:cSld name="Inbetween Title 04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16"/>
          <p:cNvSpPr txBox="1">
            <a:spLocks noGrp="1"/>
          </p:cNvSpPr>
          <p:nvPr>
            <p:ph type="body" idx="1"/>
          </p:nvPr>
        </p:nvSpPr>
        <p:spPr>
          <a:xfrm>
            <a:off x="1419225" y="2343150"/>
            <a:ext cx="7286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9" name="Google Shape;399;p116"/>
          <p:cNvSpPr txBox="1">
            <a:spLocks noGrp="1"/>
          </p:cNvSpPr>
          <p:nvPr>
            <p:ph type="body" idx="2"/>
          </p:nvPr>
        </p:nvSpPr>
        <p:spPr>
          <a:xfrm>
            <a:off x="130791" y="2343149"/>
            <a:ext cx="1190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0" name="Google Shape;400;p116"/>
          <p:cNvSpPr txBox="1">
            <a:spLocks noGrp="1"/>
          </p:cNvSpPr>
          <p:nvPr>
            <p:ph type="body" idx="3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1232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5">
  <p:cSld name="Inbetween Title 05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7"/>
          <p:cNvSpPr txBox="1">
            <a:spLocks noGrp="1"/>
          </p:cNvSpPr>
          <p:nvPr>
            <p:ph type="body" idx="1"/>
          </p:nvPr>
        </p:nvSpPr>
        <p:spPr>
          <a:xfrm>
            <a:off x="152400" y="552451"/>
            <a:ext cx="7286625" cy="872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3" name="Google Shape;403;p117"/>
          <p:cNvSpPr/>
          <p:nvPr/>
        </p:nvSpPr>
        <p:spPr>
          <a:xfrm>
            <a:off x="251099" y="1536361"/>
            <a:ext cx="45719" cy="45719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17"/>
          <p:cNvSpPr txBox="1">
            <a:spLocks noGrp="1"/>
          </p:cNvSpPr>
          <p:nvPr>
            <p:ph type="body" idx="2"/>
          </p:nvPr>
        </p:nvSpPr>
        <p:spPr>
          <a:xfrm>
            <a:off x="251099" y="1470320"/>
            <a:ext cx="3560201" cy="18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5" name="Google Shape;405;p117"/>
          <p:cNvSpPr txBox="1">
            <a:spLocks noGrp="1"/>
          </p:cNvSpPr>
          <p:nvPr>
            <p:ph type="body" idx="3"/>
          </p:nvPr>
        </p:nvSpPr>
        <p:spPr>
          <a:xfrm>
            <a:off x="149842" y="1722628"/>
            <a:ext cx="4431683" cy="594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6" name="Google Shape;406;p117"/>
          <p:cNvSpPr txBox="1">
            <a:spLocks noGrp="1"/>
          </p:cNvSpPr>
          <p:nvPr>
            <p:ph type="body" idx="4"/>
          </p:nvPr>
        </p:nvSpPr>
        <p:spPr>
          <a:xfrm>
            <a:off x="154971" y="4540926"/>
            <a:ext cx="5941029" cy="1883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Light"/>
              <a:buNone/>
              <a:defRPr sz="11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7" name="Google Shape;407;p117"/>
          <p:cNvSpPr txBox="1">
            <a:spLocks noGrp="1"/>
          </p:cNvSpPr>
          <p:nvPr>
            <p:ph type="body" idx="5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117"/>
          <p:cNvSpPr/>
          <p:nvPr/>
        </p:nvSpPr>
        <p:spPr>
          <a:xfrm>
            <a:off x="249799" y="285269"/>
            <a:ext cx="80912" cy="80912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17"/>
          <p:cNvSpPr txBox="1">
            <a:spLocks noGrp="1"/>
          </p:cNvSpPr>
          <p:nvPr>
            <p:ph type="body" idx="6"/>
          </p:nvPr>
        </p:nvSpPr>
        <p:spPr>
          <a:xfrm>
            <a:off x="290255" y="201884"/>
            <a:ext cx="240823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0187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6">
  <p:cSld name="Inbetween Title 06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18"/>
          <p:cNvSpPr txBox="1">
            <a:spLocks noGrp="1"/>
          </p:cNvSpPr>
          <p:nvPr>
            <p:ph type="body" idx="1"/>
          </p:nvPr>
        </p:nvSpPr>
        <p:spPr>
          <a:xfrm>
            <a:off x="4733926" y="5952792"/>
            <a:ext cx="6177280" cy="49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 sz="14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2" name="Google Shape;412;p118"/>
          <p:cNvSpPr txBox="1">
            <a:spLocks noGrp="1"/>
          </p:cNvSpPr>
          <p:nvPr>
            <p:ph type="body" idx="2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3" name="Google Shape;413;p118"/>
          <p:cNvSpPr txBox="1">
            <a:spLocks noGrp="1"/>
          </p:cNvSpPr>
          <p:nvPr>
            <p:ph type="body" idx="3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0731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7">
  <p:cSld name="Inbetween Title 07"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19"/>
          <p:cNvSpPr txBox="1">
            <a:spLocks noGrp="1"/>
          </p:cNvSpPr>
          <p:nvPr>
            <p:ph type="body" idx="1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6" name="Google Shape;416;p119"/>
          <p:cNvSpPr txBox="1">
            <a:spLocks noGrp="1"/>
          </p:cNvSpPr>
          <p:nvPr>
            <p:ph type="body" idx="2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7" name="Google Shape;417;p119"/>
          <p:cNvSpPr txBox="1">
            <a:spLocks noGrp="1"/>
          </p:cNvSpPr>
          <p:nvPr>
            <p:ph type="body" idx="3"/>
          </p:nvPr>
        </p:nvSpPr>
        <p:spPr>
          <a:xfrm>
            <a:off x="149842" y="4826000"/>
            <a:ext cx="5705476" cy="1621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8" name="Google Shape;418;p119"/>
          <p:cNvSpPr txBox="1">
            <a:spLocks noGrp="1"/>
          </p:cNvSpPr>
          <p:nvPr>
            <p:ph type="body" idx="4"/>
          </p:nvPr>
        </p:nvSpPr>
        <p:spPr>
          <a:xfrm>
            <a:off x="152400" y="2343150"/>
            <a:ext cx="570547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9" name="Google Shape;419;p119"/>
          <p:cNvSpPr>
            <a:spLocks noGrp="1"/>
          </p:cNvSpPr>
          <p:nvPr>
            <p:ph type="pic" idx="5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420" name="Google Shape;420;p119"/>
          <p:cNvSpPr/>
          <p:nvPr/>
        </p:nvSpPr>
        <p:spPr>
          <a:xfrm>
            <a:off x="249799" y="285269"/>
            <a:ext cx="80912" cy="80912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19"/>
          <p:cNvSpPr txBox="1">
            <a:spLocks noGrp="1"/>
          </p:cNvSpPr>
          <p:nvPr>
            <p:ph type="body" idx="6"/>
          </p:nvPr>
        </p:nvSpPr>
        <p:spPr>
          <a:xfrm>
            <a:off x="290255" y="201884"/>
            <a:ext cx="240823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5408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F65A-CA80-4036-A1DE-2EDF1F345BB4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E82D-45F5-4530-9FEE-352F69971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896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F65A-CA80-4036-A1DE-2EDF1F345BB4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E82D-45F5-4530-9FEE-352F69971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2090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F65A-CA80-4036-A1DE-2EDF1F345BB4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E82D-45F5-4530-9FEE-352F69971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13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title"/>
          </p:nvPr>
        </p:nvSpPr>
        <p:spPr>
          <a:xfrm>
            <a:off x="659300" y="995600"/>
            <a:ext cx="10904000" cy="4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body" idx="1"/>
          </p:nvPr>
        </p:nvSpPr>
        <p:spPr>
          <a:xfrm>
            <a:off x="689033" y="2008467"/>
            <a:ext cx="10831200" cy="40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100"/>
              </a:buClr>
              <a:buSzPts val="1000"/>
              <a:buChar char="⬥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29100"/>
              </a:buClr>
              <a:buSzPts val="1000"/>
              <a:buChar char="–"/>
              <a:defRPr/>
            </a:lvl2pPr>
            <a:lvl3pPr marL="1371600" lvl="2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29100"/>
              </a:buClr>
              <a:buSzPts val="1000"/>
              <a:buChar char="⬩"/>
              <a:defRPr/>
            </a:lvl3pPr>
            <a:lvl4pPr marL="1828800" lvl="3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29100"/>
              </a:buClr>
              <a:buSzPts val="1000"/>
              <a:buChar char="●"/>
              <a:defRPr/>
            </a:lvl4pPr>
            <a:lvl5pPr marL="2286000" lvl="4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29100"/>
              </a:buClr>
              <a:buSzPts val="1000"/>
              <a:buChar char="○"/>
              <a:defRPr/>
            </a:lvl5pPr>
            <a:lvl6pPr marL="2743200" lvl="5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29100"/>
              </a:buClr>
              <a:buSzPts val="1000"/>
              <a:buChar char="■"/>
              <a:defRPr/>
            </a:lvl6pPr>
            <a:lvl7pPr marL="3200400" lvl="6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29100"/>
              </a:buClr>
              <a:buSzPts val="1000"/>
              <a:buChar char="●"/>
              <a:defRPr/>
            </a:lvl7pPr>
            <a:lvl8pPr marL="3657600" lvl="7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29100"/>
              </a:buClr>
              <a:buSzPts val="1000"/>
              <a:buChar char="○"/>
              <a:defRPr/>
            </a:lvl8pPr>
            <a:lvl9pPr marL="4114800" lvl="8" indent="-2921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29100"/>
              </a:buClr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ldNum" idx="12"/>
          </p:nvPr>
        </p:nvSpPr>
        <p:spPr>
          <a:xfrm>
            <a:off x="11520233" y="377733"/>
            <a:ext cx="468400" cy="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6" name="Google Shape;96;p15"/>
          <p:cNvSpPr txBox="1">
            <a:spLocks noGrp="1"/>
          </p:cNvSpPr>
          <p:nvPr>
            <p:ph type="title" idx="2"/>
          </p:nvPr>
        </p:nvSpPr>
        <p:spPr>
          <a:xfrm>
            <a:off x="689033" y="377733"/>
            <a:ext cx="10660000" cy="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ubTitle" idx="3"/>
          </p:nvPr>
        </p:nvSpPr>
        <p:spPr>
          <a:xfrm>
            <a:off x="689033" y="1498533"/>
            <a:ext cx="108524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400"/>
              <a:buNone/>
              <a:defRPr/>
            </a:lvl2pPr>
            <a:lvl3pPr lvl="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8257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12"/>
          <p:cNvSpPr txBox="1"/>
          <p:nvPr/>
        </p:nvSpPr>
        <p:spPr>
          <a:xfrm>
            <a:off x="163758" y="6463552"/>
            <a:ext cx="1188792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de-DE"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rPr>
              <a:t>4TU.RESEARCH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392306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4turesearchdata-carpentries.github.io/interoperability-climate-sciences/protocols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>
          <a:extLst>
            <a:ext uri="{FF2B5EF4-FFF2-40B4-BE49-F238E27FC236}">
              <a16:creationId xmlns:a16="http://schemas.microsoft.com/office/drawing/2014/main" id="{D54E01BA-46E1-A188-E86D-2BDF0365F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43">
            <a:extLst>
              <a:ext uri="{FF2B5EF4-FFF2-40B4-BE49-F238E27FC236}">
                <a16:creationId xmlns:a16="http://schemas.microsoft.com/office/drawing/2014/main" id="{B2861DCE-AF2C-DB99-9CBA-F987E9F09E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49080" y="1152544"/>
            <a:ext cx="6493838" cy="3547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/>
              <a:t>Technical </a:t>
            </a:r>
            <a:r>
              <a:rPr lang="nl-NL" sz="6000" b="1" dirty="0" err="1"/>
              <a:t>interoperability</a:t>
            </a:r>
            <a:r>
              <a:rPr lang="nl-NL" sz="6000" b="1" dirty="0"/>
              <a:t> II : Data access </a:t>
            </a:r>
            <a:r>
              <a:rPr lang="nl-NL" sz="6000" b="1" dirty="0" err="1"/>
              <a:t>protocols</a:t>
            </a:r>
            <a:endParaRPr lang="nl-NL" sz="6000" b="1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sp>
        <p:nvSpPr>
          <p:cNvPr id="1070" name="Google Shape;1070;p43">
            <a:extLst>
              <a:ext uri="{FF2B5EF4-FFF2-40B4-BE49-F238E27FC236}">
                <a16:creationId xmlns:a16="http://schemas.microsoft.com/office/drawing/2014/main" id="{871C7448-7A50-2C57-6073-EB86A1615C8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14312" y="3931554"/>
            <a:ext cx="1176337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n-US" sz="4000" dirty="0"/>
              <a:t>Interoperability in Climate and Atmospheric sciences</a:t>
            </a:r>
            <a:endParaRPr sz="4000" dirty="0"/>
          </a:p>
        </p:txBody>
      </p:sp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618B9F0E-E06D-F716-AE71-C588FBE249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70;p43">
            <a:extLst>
              <a:ext uri="{FF2B5EF4-FFF2-40B4-BE49-F238E27FC236}">
                <a16:creationId xmlns:a16="http://schemas.microsoft.com/office/drawing/2014/main" id="{F27C4388-0FB1-755F-7D32-E87CE1598747}"/>
              </a:ext>
            </a:extLst>
          </p:cNvPr>
          <p:cNvSpPr txBox="1">
            <a:spLocks/>
          </p:cNvSpPr>
          <p:nvPr/>
        </p:nvSpPr>
        <p:spPr>
          <a:xfrm>
            <a:off x="3105150" y="4907805"/>
            <a:ext cx="5753100" cy="1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en-US" sz="3600" kern="0" dirty="0"/>
              <a:t>FAIR </a:t>
            </a:r>
            <a:r>
              <a:rPr lang="en-US" sz="3600" kern="0" dirty="0" err="1"/>
              <a:t>NetCDF</a:t>
            </a:r>
            <a:r>
              <a:rPr lang="en-US" sz="3600" kern="0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3386930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>
          <a:extLst>
            <a:ext uri="{FF2B5EF4-FFF2-40B4-BE49-F238E27FC236}">
              <a16:creationId xmlns:a16="http://schemas.microsoft.com/office/drawing/2014/main" id="{59930EAE-75F6-39BE-16EB-A032B9F16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B00A431D-57BB-5EB9-62D3-A056891D42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070;p43">
            <a:extLst>
              <a:ext uri="{FF2B5EF4-FFF2-40B4-BE49-F238E27FC236}">
                <a16:creationId xmlns:a16="http://schemas.microsoft.com/office/drawing/2014/main" id="{0C227141-F11E-9DE9-1249-634920557D2D}"/>
              </a:ext>
            </a:extLst>
          </p:cNvPr>
          <p:cNvSpPr txBox="1">
            <a:spLocks/>
          </p:cNvSpPr>
          <p:nvPr/>
        </p:nvSpPr>
        <p:spPr>
          <a:xfrm>
            <a:off x="1162050" y="148179"/>
            <a:ext cx="3657600" cy="97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en-US" sz="3600" kern="0" dirty="0"/>
              <a:t>The Problem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8F2B41B-D5B1-4562-C498-EEEE1A392D4D}"/>
              </a:ext>
            </a:extLst>
          </p:cNvPr>
          <p:cNvGrpSpPr/>
          <p:nvPr/>
        </p:nvGrpSpPr>
        <p:grpSpPr>
          <a:xfrm>
            <a:off x="5631898" y="874337"/>
            <a:ext cx="6296025" cy="5728901"/>
            <a:chOff x="3590925" y="725313"/>
            <a:chExt cx="6296025" cy="5728901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706CBD8-3757-C205-AAD8-D4E17F88E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9850" y="1253563"/>
              <a:ext cx="3467100" cy="5200651"/>
            </a:xfrm>
            <a:prstGeom prst="rect">
              <a:avLst/>
            </a:prstGeom>
          </p:spPr>
        </p:pic>
        <p:sp>
          <p:nvSpPr>
            <p:cNvPr id="19" name="Speech Bubble: Oval 18">
              <a:extLst>
                <a:ext uri="{FF2B5EF4-FFF2-40B4-BE49-F238E27FC236}">
                  <a16:creationId xmlns:a16="http://schemas.microsoft.com/office/drawing/2014/main" id="{0BF0829E-5109-8079-C23E-A427500F4FD4}"/>
                </a:ext>
              </a:extLst>
            </p:cNvPr>
            <p:cNvSpPr/>
            <p:nvPr/>
          </p:nvSpPr>
          <p:spPr>
            <a:xfrm>
              <a:off x="3590925" y="725313"/>
              <a:ext cx="3933825" cy="2313162"/>
            </a:xfrm>
            <a:prstGeom prst="wedgeEllipseCallout">
              <a:avLst>
                <a:gd name="adj1" fmla="val 57048"/>
                <a:gd name="adj2" fmla="val 1689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b="1" dirty="0">
                  <a:solidFill>
                    <a:schemeClr val="tx1"/>
                  </a:solidFill>
                </a:rPr>
                <a:t>How </a:t>
              </a:r>
              <a:r>
                <a:rPr lang="nl-NL" b="1" dirty="0" err="1">
                  <a:solidFill>
                    <a:schemeClr val="tx1"/>
                  </a:solidFill>
                </a:rPr>
                <a:t>can</a:t>
              </a:r>
              <a:r>
                <a:rPr lang="nl-NL" b="1" dirty="0">
                  <a:solidFill>
                    <a:schemeClr val="tx1"/>
                  </a:solidFill>
                </a:rPr>
                <a:t> </a:t>
              </a:r>
              <a:r>
                <a:rPr lang="nl-NL" b="1" dirty="0" err="1">
                  <a:solidFill>
                    <a:schemeClr val="tx1"/>
                  </a:solidFill>
                </a:rPr>
                <a:t>one</a:t>
              </a:r>
              <a:r>
                <a:rPr lang="nl-NL" b="1" dirty="0">
                  <a:solidFill>
                    <a:schemeClr val="tx1"/>
                  </a:solidFill>
                </a:rPr>
                <a:t> computer system access data held </a:t>
              </a:r>
              <a:r>
                <a:rPr lang="nl-NL" b="1" dirty="0" err="1">
                  <a:solidFill>
                    <a:schemeClr val="tx1"/>
                  </a:solidFill>
                </a:rPr>
                <a:t>by</a:t>
              </a:r>
              <a:r>
                <a:rPr lang="nl-NL" b="1" dirty="0">
                  <a:solidFill>
                    <a:schemeClr val="tx1"/>
                  </a:solidFill>
                </a:rPr>
                <a:t> </a:t>
              </a:r>
              <a:r>
                <a:rPr lang="nl-NL" b="1" dirty="0" err="1">
                  <a:solidFill>
                    <a:schemeClr val="tx1"/>
                  </a:solidFill>
                </a:rPr>
                <a:t>another</a:t>
              </a:r>
              <a:r>
                <a:rPr lang="nl-NL" b="1" dirty="0">
                  <a:solidFill>
                    <a:schemeClr val="tx1"/>
                  </a:solidFill>
                </a:rPr>
                <a:t> system?</a:t>
              </a:r>
              <a:endParaRPr lang="nl-NL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B3CD88F-9F93-08C4-D9F7-71F4074EAC3A}"/>
              </a:ext>
            </a:extLst>
          </p:cNvPr>
          <p:cNvSpPr/>
          <p:nvPr/>
        </p:nvSpPr>
        <p:spPr>
          <a:xfrm>
            <a:off x="1967696" y="4541013"/>
            <a:ext cx="7014259" cy="9144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2">
                    <a:lumMod val="95000"/>
                  </a:schemeClr>
                </a:solidFill>
              </a:rPr>
              <a:t>How </a:t>
            </a:r>
            <a:r>
              <a:rPr lang="nl-NL" dirty="0" err="1">
                <a:solidFill>
                  <a:schemeClr val="bg2">
                    <a:lumMod val="95000"/>
                  </a:schemeClr>
                </a:solidFill>
              </a:rPr>
              <a:t>can</a:t>
            </a:r>
            <a:r>
              <a:rPr lang="nl-NL" dirty="0">
                <a:solidFill>
                  <a:schemeClr val="bg2">
                    <a:lumMod val="95000"/>
                  </a:schemeClr>
                </a:solidFill>
              </a:rPr>
              <a:t> a computer access </a:t>
            </a:r>
            <a:r>
              <a:rPr lang="nl-NL" dirty="0" err="1">
                <a:solidFill>
                  <a:schemeClr val="bg2">
                    <a:lumMod val="95000"/>
                  </a:schemeClr>
                </a:solidFill>
              </a:rPr>
              <a:t>scientific</a:t>
            </a:r>
            <a:r>
              <a:rPr lang="nl-NL" dirty="0">
                <a:solidFill>
                  <a:schemeClr val="bg2">
                    <a:lumMod val="95000"/>
                  </a:schemeClr>
                </a:solidFill>
              </a:rPr>
              <a:t> data </a:t>
            </a:r>
            <a:r>
              <a:rPr lang="nl-NL" dirty="0" err="1">
                <a:solidFill>
                  <a:schemeClr val="bg2">
                    <a:lumMod val="95000"/>
                  </a:schemeClr>
                </a:solidFill>
              </a:rPr>
              <a:t>stored</a:t>
            </a:r>
            <a:r>
              <a:rPr lang="nl-NL" dirty="0">
                <a:solidFill>
                  <a:schemeClr val="bg2">
                    <a:lumMod val="95000"/>
                  </a:schemeClr>
                </a:solidFill>
              </a:rPr>
              <a:t> on a remote system without </a:t>
            </a:r>
            <a:r>
              <a:rPr lang="nl-NL" dirty="0" err="1">
                <a:solidFill>
                  <a:schemeClr val="bg2">
                    <a:lumMod val="95000"/>
                  </a:schemeClr>
                </a:solidFill>
              </a:rPr>
              <a:t>necessarily</a:t>
            </a:r>
            <a:r>
              <a:rPr lang="nl-NL" dirty="0">
                <a:solidFill>
                  <a:schemeClr val="bg2">
                    <a:lumMod val="9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2">
                    <a:lumMod val="95000"/>
                  </a:schemeClr>
                </a:solidFill>
              </a:rPr>
              <a:t>downloading</a:t>
            </a:r>
            <a:r>
              <a:rPr lang="nl-NL" dirty="0">
                <a:solidFill>
                  <a:schemeClr val="bg2">
                    <a:lumMod val="9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2">
                    <a:lumMod val="95000"/>
                  </a:schemeClr>
                </a:solidFill>
              </a:rPr>
              <a:t>the</a:t>
            </a:r>
            <a:r>
              <a:rPr lang="nl-NL" dirty="0">
                <a:solidFill>
                  <a:schemeClr val="bg2">
                    <a:lumMod val="9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2">
                    <a:lumMod val="95000"/>
                  </a:schemeClr>
                </a:solidFill>
              </a:rPr>
              <a:t>entire</a:t>
            </a:r>
            <a:r>
              <a:rPr lang="nl-NL" dirty="0">
                <a:solidFill>
                  <a:schemeClr val="bg2">
                    <a:lumMod val="95000"/>
                  </a:schemeClr>
                </a:solidFill>
              </a:rPr>
              <a:t> file?</a:t>
            </a:r>
          </a:p>
        </p:txBody>
      </p:sp>
    </p:spTree>
    <p:extLst>
      <p:ext uri="{BB962C8B-B14F-4D97-AF65-F5344CB8AC3E}">
        <p14:creationId xmlns:p14="http://schemas.microsoft.com/office/powerpoint/2010/main" val="3544987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>
          <a:extLst>
            <a:ext uri="{FF2B5EF4-FFF2-40B4-BE49-F238E27FC236}">
              <a16:creationId xmlns:a16="http://schemas.microsoft.com/office/drawing/2014/main" id="{22183A85-A9B8-5A24-23D1-2E61142BE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1CDC99CE-00C6-01AF-2929-5FF87FA896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2703D54-2225-958E-B357-BF76735C3623}"/>
              </a:ext>
            </a:extLst>
          </p:cNvPr>
          <p:cNvSpPr/>
          <p:nvPr/>
        </p:nvSpPr>
        <p:spPr>
          <a:xfrm>
            <a:off x="3379809" y="3429000"/>
            <a:ext cx="5474824" cy="1317878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mechanisms that allow independent systems to communicate and exchange data through agreed technical interfaces and protocols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2" name="Google Shape;1069;p43">
            <a:extLst>
              <a:ext uri="{FF2B5EF4-FFF2-40B4-BE49-F238E27FC236}">
                <a16:creationId xmlns:a16="http://schemas.microsoft.com/office/drawing/2014/main" id="{A66FE9C8-7F4E-1525-3ABA-7FE266D299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74181" y="531580"/>
            <a:ext cx="6493838" cy="20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 err="1"/>
              <a:t>Tecnical</a:t>
            </a:r>
            <a:r>
              <a:rPr lang="nl-NL" sz="6000" b="1" dirty="0"/>
              <a:t> </a:t>
            </a:r>
            <a:r>
              <a:rPr lang="nl-NL" sz="6000" b="1" dirty="0" err="1"/>
              <a:t>interoperability</a:t>
            </a:r>
            <a:endParaRPr lang="nl-NL" sz="6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4925F38-109A-1D6C-957D-46F5D5CE6098}"/>
              </a:ext>
            </a:extLst>
          </p:cNvPr>
          <p:cNvCxnSpPr>
            <a:cxnSpLocks/>
          </p:cNvCxnSpPr>
          <p:nvPr/>
        </p:nvCxnSpPr>
        <p:spPr>
          <a:xfrm>
            <a:off x="6084307" y="2156176"/>
            <a:ext cx="11693" cy="10537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0FF7A36-9E59-D9C5-CADA-9EC3FBF99F9C}"/>
              </a:ext>
            </a:extLst>
          </p:cNvPr>
          <p:cNvSpPr txBox="1"/>
          <p:nvPr/>
        </p:nvSpPr>
        <p:spPr>
          <a:xfrm>
            <a:off x="6227763" y="2498384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concerns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7028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>
          <a:extLst>
            <a:ext uri="{FF2B5EF4-FFF2-40B4-BE49-F238E27FC236}">
              <a16:creationId xmlns:a16="http://schemas.microsoft.com/office/drawing/2014/main" id="{8EF98AD1-F114-CA21-7C77-C522E5D77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88B33549-3B47-761C-BD51-6DB7F8B4F59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69;p43">
            <a:extLst>
              <a:ext uri="{FF2B5EF4-FFF2-40B4-BE49-F238E27FC236}">
                <a16:creationId xmlns:a16="http://schemas.microsoft.com/office/drawing/2014/main" id="{3910F9D3-951B-184A-493F-BF5C0008AD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74181" y="531580"/>
            <a:ext cx="6493838" cy="20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 err="1"/>
              <a:t>Tecnical</a:t>
            </a:r>
            <a:r>
              <a:rPr lang="nl-NL" sz="6000" b="1" dirty="0"/>
              <a:t> </a:t>
            </a:r>
            <a:r>
              <a:rPr lang="nl-NL" sz="6000" b="1" dirty="0" err="1"/>
              <a:t>interoperability</a:t>
            </a:r>
            <a:endParaRPr lang="nl-NL" sz="6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4D7FB4F-0F42-4D3B-8745-2E89A20CB517}"/>
              </a:ext>
            </a:extLst>
          </p:cNvPr>
          <p:cNvSpPr/>
          <p:nvPr/>
        </p:nvSpPr>
        <p:spPr>
          <a:xfrm>
            <a:off x="640106" y="2118287"/>
            <a:ext cx="7977097" cy="1313335"/>
          </a:xfrm>
          <a:prstGeom prst="roundRect">
            <a:avLst/>
          </a:prstGeom>
          <a:solidFill>
            <a:schemeClr val="accent1">
              <a:alpha val="8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Example: A climate dataset is stored in a research data repository. 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A researcher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may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be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interested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only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in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one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variable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,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covering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a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particular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period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and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geographical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region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08549D-A9D4-832D-0920-FB14449821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422" t="41884" r="59156" b="24867"/>
          <a:stretch>
            <a:fillRect/>
          </a:stretch>
        </p:blipFill>
        <p:spPr>
          <a:xfrm>
            <a:off x="9147900" y="835728"/>
            <a:ext cx="2830222" cy="25932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215067-BB30-A922-CE6C-7322C26650DF}"/>
              </a:ext>
            </a:extLst>
          </p:cNvPr>
          <p:cNvSpPr txBox="1"/>
          <p:nvPr/>
        </p:nvSpPr>
        <p:spPr>
          <a:xfrm>
            <a:off x="302871" y="4018096"/>
            <a:ext cx="115862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Approaches: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nl-NL" dirty="0"/>
              <a:t>Download </a:t>
            </a:r>
            <a:r>
              <a:rPr lang="nl-NL" dirty="0" err="1"/>
              <a:t>the</a:t>
            </a:r>
            <a:r>
              <a:rPr lang="nl-NL" dirty="0"/>
              <a:t> complete file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perform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selection</a:t>
            </a:r>
            <a:r>
              <a:rPr lang="nl-NL" dirty="0"/>
              <a:t> </a:t>
            </a:r>
            <a:r>
              <a:rPr lang="nl-NL" dirty="0" err="1"/>
              <a:t>locally</a:t>
            </a:r>
            <a:endParaRPr lang="nl-NL" dirty="0"/>
          </a:p>
          <a:p>
            <a:pPr marL="342900" indent="-342900">
              <a:buFont typeface="+mj-lt"/>
              <a:buAutoNum type="arabicPeriod"/>
            </a:pPr>
            <a:r>
              <a:rPr lang="nl-NL" dirty="0"/>
              <a:t>The remote </a:t>
            </a:r>
            <a:r>
              <a:rPr lang="nl-NL" dirty="0" err="1"/>
              <a:t>infrastructure</a:t>
            </a:r>
            <a:r>
              <a:rPr lang="nl-NL" dirty="0"/>
              <a:t> </a:t>
            </a:r>
            <a:r>
              <a:rPr lang="nl-NL" dirty="0" err="1"/>
              <a:t>provides</a:t>
            </a:r>
            <a:r>
              <a:rPr lang="nl-NL" dirty="0"/>
              <a:t> a </a:t>
            </a:r>
            <a:r>
              <a:rPr lang="nl-NL" dirty="0" err="1"/>
              <a:t>mechanism</a:t>
            </a:r>
            <a:r>
              <a:rPr lang="nl-NL" dirty="0"/>
              <a:t> </a:t>
            </a:r>
            <a:r>
              <a:rPr lang="nl-NL" dirty="0" err="1"/>
              <a:t>through</a:t>
            </a:r>
            <a:r>
              <a:rPr lang="nl-NL" dirty="0"/>
              <a:t> </a:t>
            </a:r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researcher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request</a:t>
            </a:r>
            <a:r>
              <a:rPr lang="nl-NL" dirty="0"/>
              <a:t>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required</a:t>
            </a:r>
            <a:r>
              <a:rPr lang="nl-NL" dirty="0"/>
              <a:t> part of </a:t>
            </a:r>
            <a:r>
              <a:rPr lang="nl-NL" dirty="0" err="1"/>
              <a:t>the</a:t>
            </a:r>
            <a:r>
              <a:rPr lang="nl-NL" dirty="0"/>
              <a:t> dataset.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CAA07D-F84C-CBCE-D7FE-1DEFCAA7BF68}"/>
              </a:ext>
            </a:extLst>
          </p:cNvPr>
          <p:cNvSpPr txBox="1"/>
          <p:nvPr/>
        </p:nvSpPr>
        <p:spPr>
          <a:xfrm>
            <a:off x="647678" y="5897232"/>
            <a:ext cx="10969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Which one is more suitable for large scientific datasets and automated computational workflows? 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3906464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A861A8D-9F11-BA08-CBEF-C29794739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>
            <a:extLst>
              <a:ext uri="{FF2B5EF4-FFF2-40B4-BE49-F238E27FC236}">
                <a16:creationId xmlns:a16="http://schemas.microsoft.com/office/drawing/2014/main" id="{B907C9CA-6D61-C6AA-37DE-4C5F493AA22C}"/>
              </a:ext>
            </a:extLst>
          </p:cNvPr>
          <p:cNvSpPr/>
          <p:nvPr/>
        </p:nvSpPr>
        <p:spPr>
          <a:xfrm>
            <a:off x="5173177" y="1551370"/>
            <a:ext cx="60960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0FA1B3-8D6B-AF74-7BE0-46DFCA8370C4}"/>
              </a:ext>
            </a:extLst>
          </p:cNvPr>
          <p:cNvSpPr txBox="1"/>
          <p:nvPr/>
        </p:nvSpPr>
        <p:spPr>
          <a:xfrm>
            <a:off x="787078" y="729205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Concepts:</a:t>
            </a:r>
            <a:endParaRPr lang="nl-NL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F0793D-EDCC-911F-6738-D3410AA0FBAD}"/>
              </a:ext>
            </a:extLst>
          </p:cNvPr>
          <p:cNvSpPr txBox="1"/>
          <p:nvPr/>
        </p:nvSpPr>
        <p:spPr>
          <a:xfrm>
            <a:off x="1076446" y="1551370"/>
            <a:ext cx="4057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/>
              <a:t>Storage is not the same as access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09B156-F4BC-87B9-7B00-2700E6FC0B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374"/>
          <a:stretch>
            <a:fillRect/>
          </a:stretch>
        </p:blipFill>
        <p:spPr>
          <a:xfrm>
            <a:off x="1250066" y="2083838"/>
            <a:ext cx="8588728" cy="438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315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AD361AFE-A247-D833-2EEB-BD0E6A673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>
            <a:extLst>
              <a:ext uri="{FF2B5EF4-FFF2-40B4-BE49-F238E27FC236}">
                <a16:creationId xmlns:a16="http://schemas.microsoft.com/office/drawing/2014/main" id="{393A16DD-2F25-CC14-AAC6-5517BFF2D687}"/>
              </a:ext>
            </a:extLst>
          </p:cNvPr>
          <p:cNvSpPr/>
          <p:nvPr/>
        </p:nvSpPr>
        <p:spPr>
          <a:xfrm>
            <a:off x="5173177" y="1551370"/>
            <a:ext cx="60960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7C9E21-F24B-25F3-7DC8-F9F6377D29C1}"/>
              </a:ext>
            </a:extLst>
          </p:cNvPr>
          <p:cNvSpPr txBox="1"/>
          <p:nvPr/>
        </p:nvSpPr>
        <p:spPr>
          <a:xfrm>
            <a:off x="787078" y="729205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Concepts:</a:t>
            </a:r>
            <a:endParaRPr lang="nl-NL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4EF905-66BD-3818-B304-9B7CAE226987}"/>
              </a:ext>
            </a:extLst>
          </p:cNvPr>
          <p:cNvSpPr txBox="1"/>
          <p:nvPr/>
        </p:nvSpPr>
        <p:spPr>
          <a:xfrm>
            <a:off x="1076446" y="1551370"/>
            <a:ext cx="480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/>
              <a:t>A protocol defines how data are accessed</a:t>
            </a:r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4C276E-8DBD-25B9-6421-72BF08AC05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52" b="14768"/>
          <a:stretch>
            <a:fillRect/>
          </a:stretch>
        </p:blipFill>
        <p:spPr>
          <a:xfrm>
            <a:off x="1171575" y="2081284"/>
            <a:ext cx="10095488" cy="445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340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534B15A-64AD-21EF-D91A-2BC62D20F483}"/>
              </a:ext>
            </a:extLst>
          </p:cNvPr>
          <p:cNvSpPr txBox="1"/>
          <p:nvPr/>
        </p:nvSpPr>
        <p:spPr>
          <a:xfrm>
            <a:off x="495683" y="805729"/>
            <a:ext cx="2322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DAP and </a:t>
            </a:r>
            <a:r>
              <a:rPr lang="en-US" b="1" dirty="0" err="1"/>
              <a:t>OPeNDAP</a:t>
            </a:r>
            <a:endParaRPr lang="nl-NL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A2A5F9-CDE5-8511-BCED-D9013B9C6188}"/>
              </a:ext>
            </a:extLst>
          </p:cNvPr>
          <p:cNvSpPr txBox="1"/>
          <p:nvPr/>
        </p:nvSpPr>
        <p:spPr>
          <a:xfrm>
            <a:off x="320634" y="1812867"/>
            <a:ext cx="1137656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The context was : </a:t>
            </a:r>
            <a:r>
              <a:rPr lang="nl-NL" dirty="0"/>
              <a:t>important </a:t>
            </a:r>
            <a:r>
              <a:rPr lang="nl-NL" dirty="0" err="1"/>
              <a:t>scientific</a:t>
            </a:r>
            <a:r>
              <a:rPr lang="nl-NL" dirty="0"/>
              <a:t> datasets </a:t>
            </a:r>
            <a:r>
              <a:rPr lang="nl-NL" dirty="0" err="1"/>
              <a:t>were</a:t>
            </a:r>
            <a:r>
              <a:rPr lang="nl-NL" dirty="0"/>
              <a:t> </a:t>
            </a:r>
            <a:r>
              <a:rPr lang="nl-NL" dirty="0" err="1"/>
              <a:t>distributed</a:t>
            </a:r>
            <a:r>
              <a:rPr lang="nl-NL" dirty="0"/>
              <a:t> </a:t>
            </a:r>
            <a:r>
              <a:rPr lang="nl-NL" dirty="0" err="1"/>
              <a:t>across</a:t>
            </a:r>
            <a:r>
              <a:rPr lang="nl-NL" dirty="0"/>
              <a:t> </a:t>
            </a:r>
            <a:r>
              <a:rPr lang="nl-NL" dirty="0" err="1"/>
              <a:t>researchers</a:t>
            </a:r>
            <a:r>
              <a:rPr lang="nl-NL" dirty="0"/>
              <a:t>, </a:t>
            </a:r>
            <a:r>
              <a:rPr lang="nl-NL" dirty="0" err="1"/>
              <a:t>institutions</a:t>
            </a:r>
            <a:r>
              <a:rPr lang="nl-NL" dirty="0"/>
              <a:t>,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federal</a:t>
            </a:r>
            <a:r>
              <a:rPr lang="nl-NL" dirty="0"/>
              <a:t> data </a:t>
            </a:r>
            <a:r>
              <a:rPr lang="nl-NL" dirty="0" err="1"/>
              <a:t>centres</a:t>
            </a:r>
            <a:r>
              <a:rPr lang="nl-NL" dirty="0"/>
              <a:t>, </a:t>
            </a:r>
            <a:r>
              <a:rPr lang="nl-NL" dirty="0" err="1"/>
              <a:t>and</a:t>
            </a:r>
            <a:r>
              <a:rPr lang="nl-NL" dirty="0"/>
              <a:t> different systems </a:t>
            </a:r>
            <a:r>
              <a:rPr lang="nl-NL" dirty="0" err="1"/>
              <a:t>used</a:t>
            </a:r>
            <a:r>
              <a:rPr lang="nl-NL" dirty="0"/>
              <a:t> different </a:t>
            </a:r>
            <a:r>
              <a:rPr lang="nl-NL" dirty="0" err="1"/>
              <a:t>ways</a:t>
            </a:r>
            <a:r>
              <a:rPr lang="nl-NL" dirty="0"/>
              <a:t> of storing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accessing</a:t>
            </a:r>
            <a:r>
              <a:rPr lang="nl-NL" dirty="0"/>
              <a:t> </a:t>
            </a:r>
            <a:r>
              <a:rPr lang="nl-NL" dirty="0" err="1"/>
              <a:t>them</a:t>
            </a:r>
            <a:r>
              <a:rPr lang="nl-NL" dirty="0"/>
              <a:t>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nl-NL" dirty="0"/>
              <a:t>The </a:t>
            </a:r>
            <a:r>
              <a:rPr lang="nl-NL" dirty="0" err="1"/>
              <a:t>problem</a:t>
            </a:r>
            <a:r>
              <a:rPr lang="nl-NL" dirty="0"/>
              <a:t> was : </a:t>
            </a:r>
            <a:r>
              <a:rPr lang="nl-NL" dirty="0" err="1"/>
              <a:t>how</a:t>
            </a:r>
            <a:r>
              <a:rPr lang="nl-NL" dirty="0"/>
              <a:t> </a:t>
            </a:r>
            <a:r>
              <a:rPr lang="nl-NL" dirty="0" err="1"/>
              <a:t>researchers</a:t>
            </a:r>
            <a:r>
              <a:rPr lang="nl-NL" dirty="0"/>
              <a:t> </a:t>
            </a:r>
            <a:r>
              <a:rPr lang="nl-NL" dirty="0" err="1"/>
              <a:t>could</a:t>
            </a:r>
            <a:r>
              <a:rPr lang="nl-NL" dirty="0"/>
              <a:t> access </a:t>
            </a:r>
            <a:r>
              <a:rPr lang="nl-NL" dirty="0" err="1"/>
              <a:t>those</a:t>
            </a:r>
            <a:r>
              <a:rPr lang="nl-NL" dirty="0"/>
              <a:t> </a:t>
            </a:r>
            <a:r>
              <a:rPr lang="nl-NL" dirty="0" err="1"/>
              <a:t>distributed</a:t>
            </a:r>
            <a:r>
              <a:rPr lang="nl-NL" dirty="0"/>
              <a:t> datasets </a:t>
            </a:r>
            <a:r>
              <a:rPr lang="nl-NL" dirty="0" err="1"/>
              <a:t>through</a:t>
            </a:r>
            <a:r>
              <a:rPr lang="nl-NL" dirty="0"/>
              <a:t> a common </a:t>
            </a:r>
            <a:r>
              <a:rPr lang="nl-NL" dirty="0" err="1"/>
              <a:t>mechanism</a:t>
            </a:r>
            <a:r>
              <a:rPr lang="nl-NL" dirty="0"/>
              <a:t>, </a:t>
            </a:r>
            <a:r>
              <a:rPr lang="nl-NL" dirty="0" err="1"/>
              <a:t>regardless</a:t>
            </a:r>
            <a:r>
              <a:rPr lang="nl-NL" dirty="0"/>
              <a:t> of </a:t>
            </a:r>
            <a:r>
              <a:rPr lang="nl-NL" dirty="0" err="1"/>
              <a:t>where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data </a:t>
            </a:r>
            <a:r>
              <a:rPr lang="nl-NL" dirty="0" err="1"/>
              <a:t>were</a:t>
            </a:r>
            <a:r>
              <a:rPr lang="nl-NL" dirty="0"/>
              <a:t> </a:t>
            </a:r>
            <a:r>
              <a:rPr lang="nl-NL" dirty="0" err="1"/>
              <a:t>physically</a:t>
            </a:r>
            <a:r>
              <a:rPr lang="nl-NL" dirty="0"/>
              <a:t> </a:t>
            </a:r>
            <a:r>
              <a:rPr lang="nl-NL" dirty="0" err="1"/>
              <a:t>stored</a:t>
            </a:r>
            <a:r>
              <a:rPr lang="nl-NL" dirty="0"/>
              <a:t>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It was created in 1995 as the DODS (</a:t>
            </a:r>
            <a:r>
              <a:rPr lang="nl-NL" i="1" dirty="0"/>
              <a:t>Distributed </a:t>
            </a:r>
            <a:r>
              <a:rPr lang="nl-NL" i="1" dirty="0" err="1"/>
              <a:t>Oceanographic</a:t>
            </a:r>
            <a:r>
              <a:rPr lang="nl-NL" i="1" dirty="0"/>
              <a:t> Data System</a:t>
            </a:r>
            <a:r>
              <a:rPr lang="en-US" dirty="0"/>
              <a:t>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nl-NL" dirty="0"/>
              <a:t>It was </a:t>
            </a:r>
            <a:r>
              <a:rPr lang="nl-NL" dirty="0" err="1"/>
              <a:t>based</a:t>
            </a:r>
            <a:r>
              <a:rPr lang="nl-NL" dirty="0"/>
              <a:t> on a </a:t>
            </a:r>
            <a:r>
              <a:rPr lang="nl-NL" dirty="0" err="1"/>
              <a:t>simple</a:t>
            </a:r>
            <a:r>
              <a:rPr lang="nl-NL" dirty="0"/>
              <a:t> but </a:t>
            </a:r>
            <a:r>
              <a:rPr lang="nl-NL" dirty="0" err="1"/>
              <a:t>powerful</a:t>
            </a:r>
            <a:r>
              <a:rPr lang="nl-NL" dirty="0"/>
              <a:t> concept : “</a:t>
            </a:r>
            <a:r>
              <a:rPr lang="nl-NL" i="1" dirty="0"/>
              <a:t>An URL </a:t>
            </a:r>
            <a:r>
              <a:rPr lang="nl-NL" i="1" dirty="0" err="1"/>
              <a:t>equals</a:t>
            </a:r>
            <a:r>
              <a:rPr lang="nl-NL" i="1" dirty="0"/>
              <a:t> a dataset</a:t>
            </a:r>
            <a:r>
              <a:rPr lang="nl-NL" dirty="0"/>
              <a:t>” </a:t>
            </a:r>
            <a:r>
              <a:rPr lang="nl-NL" dirty="0" err="1"/>
              <a:t>and</a:t>
            </a:r>
            <a:r>
              <a:rPr lang="nl-NL" dirty="0"/>
              <a:t> “</a:t>
            </a:r>
            <a:r>
              <a:rPr lang="nl-NL" i="1" dirty="0"/>
              <a:t>An URL </a:t>
            </a:r>
            <a:r>
              <a:rPr lang="nl-NL" i="1" dirty="0" err="1"/>
              <a:t>with</a:t>
            </a:r>
            <a:r>
              <a:rPr lang="nl-NL" i="1" dirty="0"/>
              <a:t> </a:t>
            </a:r>
            <a:r>
              <a:rPr lang="nl-NL" i="1" dirty="0" err="1"/>
              <a:t>constraints</a:t>
            </a:r>
            <a:r>
              <a:rPr lang="nl-NL" i="1" dirty="0"/>
              <a:t> </a:t>
            </a:r>
            <a:r>
              <a:rPr lang="nl-NL" i="1" dirty="0" err="1"/>
              <a:t>equals</a:t>
            </a:r>
            <a:r>
              <a:rPr lang="nl-NL" i="1" dirty="0"/>
              <a:t> a subset</a:t>
            </a:r>
            <a:r>
              <a:rPr lang="nl-NL" dirty="0"/>
              <a:t>”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nl-NL" dirty="0"/>
              <a:t>It </a:t>
            </a:r>
            <a:r>
              <a:rPr lang="nl-NL" dirty="0" err="1"/>
              <a:t>started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oceanography</a:t>
            </a:r>
            <a:r>
              <a:rPr lang="nl-NL" dirty="0"/>
              <a:t> field but </a:t>
            </a:r>
            <a:r>
              <a:rPr lang="nl-NL" dirty="0" err="1"/>
              <a:t>because</a:t>
            </a:r>
            <a:r>
              <a:rPr lang="nl-NL" dirty="0"/>
              <a:t> </a:t>
            </a:r>
            <a:r>
              <a:rPr lang="nl-NL" dirty="0" err="1"/>
              <a:t>its</a:t>
            </a:r>
            <a:r>
              <a:rPr lang="nl-NL" dirty="0"/>
              <a:t> </a:t>
            </a:r>
            <a:r>
              <a:rPr lang="nl-NL" dirty="0" err="1"/>
              <a:t>problem</a:t>
            </a:r>
            <a:r>
              <a:rPr lang="nl-NL" dirty="0"/>
              <a:t> was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specific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field ,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evolved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DODS </a:t>
            </a:r>
            <a:r>
              <a:rPr lang="nl-NL" dirty="0" err="1"/>
              <a:t>to</a:t>
            </a:r>
            <a:r>
              <a:rPr lang="nl-NL" dirty="0"/>
              <a:t> a more discipline-</a:t>
            </a:r>
            <a:r>
              <a:rPr lang="nl-NL" dirty="0" err="1"/>
              <a:t>neutral</a:t>
            </a:r>
            <a:r>
              <a:rPr lang="nl-NL" dirty="0"/>
              <a:t> name : </a:t>
            </a:r>
            <a:r>
              <a:rPr lang="nl-NL" i="1" dirty="0"/>
              <a:t>Data Access Protocol </a:t>
            </a:r>
            <a:r>
              <a:rPr lang="nl-NL" dirty="0"/>
              <a:t>(DAP).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nl-NL" dirty="0"/>
              <a:t>In 2000 , </a:t>
            </a:r>
            <a:r>
              <a:rPr lang="nl-NL" dirty="0" err="1"/>
              <a:t>OPeNDAP</a:t>
            </a:r>
            <a:r>
              <a:rPr lang="nl-NL" dirty="0"/>
              <a:t> was </a:t>
            </a:r>
            <a:r>
              <a:rPr lang="nl-NL" dirty="0" err="1"/>
              <a:t>created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maintain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develop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infrastructure</a:t>
            </a:r>
            <a:r>
              <a:rPr lang="nl-NL" dirty="0"/>
              <a:t>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nl-NL" dirty="0"/>
              <a:t>DAP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OpenDAP</a:t>
            </a:r>
            <a:r>
              <a:rPr lang="nl-NL" dirty="0"/>
              <a:t> </a:t>
            </a:r>
            <a:r>
              <a:rPr lang="nl-NL" dirty="0" err="1"/>
              <a:t>allow</a:t>
            </a:r>
            <a:r>
              <a:rPr lang="nl-NL" dirty="0"/>
              <a:t> independent </a:t>
            </a:r>
            <a:r>
              <a:rPr lang="nl-NL" dirty="0" err="1"/>
              <a:t>scientific</a:t>
            </a:r>
            <a:r>
              <a:rPr lang="nl-NL" dirty="0"/>
              <a:t> clients </a:t>
            </a:r>
            <a:r>
              <a:rPr lang="nl-NL" dirty="0" err="1"/>
              <a:t>to</a:t>
            </a:r>
            <a:r>
              <a:rPr lang="nl-NL" dirty="0"/>
              <a:t> access </a:t>
            </a:r>
            <a:r>
              <a:rPr lang="nl-NL" dirty="0" err="1"/>
              <a:t>distributed</a:t>
            </a:r>
            <a:r>
              <a:rPr lang="nl-NL" dirty="0"/>
              <a:t> </a:t>
            </a:r>
            <a:r>
              <a:rPr lang="nl-NL" dirty="0" err="1"/>
              <a:t>structured</a:t>
            </a:r>
            <a:r>
              <a:rPr lang="nl-NL" dirty="0"/>
              <a:t> data </a:t>
            </a:r>
            <a:r>
              <a:rPr lang="nl-NL" dirty="0" err="1"/>
              <a:t>through</a:t>
            </a:r>
            <a:r>
              <a:rPr lang="nl-NL" dirty="0"/>
              <a:t> a common protocol.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00304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2D29368B-41E0-7D34-D9DB-1C8A613FC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>
            <a:extLst>
              <a:ext uri="{FF2B5EF4-FFF2-40B4-BE49-F238E27FC236}">
                <a16:creationId xmlns:a16="http://schemas.microsoft.com/office/drawing/2014/main" id="{B1910568-CBA3-BFA6-7082-1EBD4F606E22}"/>
              </a:ext>
            </a:extLst>
          </p:cNvPr>
          <p:cNvSpPr/>
          <p:nvPr/>
        </p:nvSpPr>
        <p:spPr>
          <a:xfrm>
            <a:off x="5173177" y="1551370"/>
            <a:ext cx="60960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B67A1-A258-F3B5-F4D2-BC7FEAB475A6}"/>
              </a:ext>
            </a:extLst>
          </p:cNvPr>
          <p:cNvSpPr txBox="1"/>
          <p:nvPr/>
        </p:nvSpPr>
        <p:spPr>
          <a:xfrm>
            <a:off x="1171094" y="1346702"/>
            <a:ext cx="9849812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Hands on session</a:t>
            </a:r>
          </a:p>
          <a:p>
            <a:pPr algn="ctr"/>
            <a:r>
              <a:rPr lang="nl-NL" b="1" dirty="0" err="1"/>
              <a:t>Accessing</a:t>
            </a:r>
            <a:r>
              <a:rPr lang="nl-NL" b="1" dirty="0"/>
              <a:t> remote </a:t>
            </a:r>
            <a:r>
              <a:rPr lang="nl-NL" b="1" dirty="0" err="1"/>
              <a:t>NetCDF</a:t>
            </a:r>
            <a:r>
              <a:rPr lang="nl-NL" b="1" dirty="0"/>
              <a:t> datasets </a:t>
            </a:r>
            <a:r>
              <a:rPr lang="nl-NL" b="1" dirty="0" err="1"/>
              <a:t>stored</a:t>
            </a:r>
            <a:r>
              <a:rPr lang="nl-NL" b="1" dirty="0"/>
              <a:t> in 4TU.ResearchData </a:t>
            </a:r>
            <a:r>
              <a:rPr lang="nl-NL" b="1" dirty="0" err="1"/>
              <a:t>using</a:t>
            </a:r>
            <a:r>
              <a:rPr lang="nl-NL" b="1" dirty="0"/>
              <a:t> </a:t>
            </a:r>
            <a:r>
              <a:rPr lang="nl-NL" b="1" dirty="0" err="1"/>
              <a:t>the</a:t>
            </a:r>
            <a:r>
              <a:rPr lang="nl-NL" b="1" dirty="0"/>
              <a:t> DAP protocol</a:t>
            </a:r>
            <a:endParaRPr lang="nl-NL" dirty="0"/>
          </a:p>
          <a:p>
            <a:pPr algn="ctr"/>
            <a:endParaRPr lang="nl-NL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4D99FE-D0F6-7A54-2667-2CFDC85C52B6}"/>
              </a:ext>
            </a:extLst>
          </p:cNvPr>
          <p:cNvSpPr txBox="1"/>
          <p:nvPr/>
        </p:nvSpPr>
        <p:spPr>
          <a:xfrm>
            <a:off x="1446836" y="3059668"/>
            <a:ext cx="96764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solidFill>
                  <a:schemeClr val="tx1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https://4turesearchdata-carpentries.github.io/interoperability-climate-sciences/protocols.html</a:t>
            </a:r>
            <a:endParaRPr lang="nl-NL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398990"/>
      </p:ext>
    </p:extLst>
  </p:cSld>
  <p:clrMapOvr>
    <a:masterClrMapping/>
  </p:clrMapOvr>
</p:sld>
</file>

<file path=ppt/theme/theme1.xml><?xml version="1.0" encoding="utf-8"?>
<a:theme xmlns:a="http://schemas.openxmlformats.org/drawingml/2006/main" name="Inbetween Title Slides">
  <a:themeElements>
    <a:clrScheme name="4TU.ResearchData">
      <a:dk1>
        <a:srgbClr val="3C3C3C"/>
      </a:dk1>
      <a:lt1>
        <a:srgbClr val="FBF5E9"/>
      </a:lt1>
      <a:dk2>
        <a:srgbClr val="FFFFFF"/>
      </a:dk2>
      <a:lt2>
        <a:srgbClr val="FFFFFF"/>
      </a:lt2>
      <a:accent1>
        <a:srgbClr val="F29100"/>
      </a:accent1>
      <a:accent2>
        <a:srgbClr val="FF6829"/>
      </a:accent2>
      <a:accent3>
        <a:srgbClr val="B9DBEF"/>
      </a:accent3>
      <a:accent4>
        <a:srgbClr val="969696"/>
      </a:accent4>
      <a:accent5>
        <a:srgbClr val="F29100"/>
      </a:accent5>
      <a:accent6>
        <a:srgbClr val="F29100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</TotalTime>
  <Words>538</Words>
  <Application>Microsoft Office PowerPoint</Application>
  <PresentationFormat>Widescreen</PresentationFormat>
  <Paragraphs>40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Arial</vt:lpstr>
      <vt:lpstr>Courier New</vt:lpstr>
      <vt:lpstr>Inter Light</vt:lpstr>
      <vt:lpstr>Quattrocento Sans</vt:lpstr>
      <vt:lpstr>Space Grotesk</vt:lpstr>
      <vt:lpstr>Wingdings</vt:lpstr>
      <vt:lpstr>Inbetween Title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Leila Iñigo de la Cruz</dc:creator>
  <cp:lastModifiedBy>Leila Iñigo de la Cruz</cp:lastModifiedBy>
  <cp:revision>3</cp:revision>
  <dcterms:created xsi:type="dcterms:W3CDTF">2026-08-27T07:48:58Z</dcterms:created>
  <dcterms:modified xsi:type="dcterms:W3CDTF">2026-09-23T09:56:41Z</dcterms:modified>
</cp:coreProperties>
</file>